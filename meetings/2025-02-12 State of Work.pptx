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4" r:id="rId1"/>
  </p:sldMasterIdLst>
  <p:notesMasterIdLst>
    <p:notesMasterId r:id="rId11"/>
  </p:notesMasterIdLst>
  <p:sldIdLst>
    <p:sldId id="256" r:id="rId2"/>
    <p:sldId id="433" r:id="rId3"/>
    <p:sldId id="2147471086" r:id="rId4"/>
    <p:sldId id="2147471088" r:id="rId5"/>
    <p:sldId id="2147471087" r:id="rId6"/>
    <p:sldId id="2147471089" r:id="rId7"/>
    <p:sldId id="2147471090" r:id="rId8"/>
    <p:sldId id="2147471091" r:id="rId9"/>
    <p:sldId id="46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B54B3-D456-485F-A3FE-5CE42B37B984}" v="54" dt="2025-02-13T12:40:13.925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76444" autoAdjust="0"/>
  </p:normalViewPr>
  <p:slideViewPr>
    <p:cSldViewPr snapToGrid="0" showGuides="1">
      <p:cViewPr varScale="1">
        <p:scale>
          <a:sx n="44" d="100"/>
          <a:sy n="44" d="100"/>
        </p:scale>
        <p:origin x="75" y="30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14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are, Heiko" userId="d7b0efbd-a5a6-4d7d-acbc-3da3b9cc1b4b" providerId="ADAL" clId="{764289B4-18A9-4D2D-9056-37E202029B03}"/>
    <pc:docChg chg="undo redo custSel addSld delSld modSld sldOrd delSection modSection">
      <pc:chgData name="Klare, Heiko" userId="d7b0efbd-a5a6-4d7d-acbc-3da3b9cc1b4b" providerId="ADAL" clId="{764289B4-18A9-4D2D-9056-37E202029B03}" dt="2024-09-20T06:33:46.682" v="7891" actId="790"/>
      <pc:docMkLst>
        <pc:docMk/>
      </pc:docMkLst>
      <pc:sldChg chg="delSp modSp mod">
        <pc:chgData name="Klare, Heiko" userId="d7b0efbd-a5a6-4d7d-acbc-3da3b9cc1b4b" providerId="ADAL" clId="{764289B4-18A9-4D2D-9056-37E202029B03}" dt="2024-09-13T11:18:38.364" v="3608" actId="478"/>
        <pc:sldMkLst>
          <pc:docMk/>
          <pc:sldMk cId="2923351067" sldId="256"/>
        </pc:sldMkLst>
      </pc:sldChg>
      <pc:sldChg chg="del">
        <pc:chgData name="Klare, Heiko" userId="d7b0efbd-a5a6-4d7d-acbc-3da3b9cc1b4b" providerId="ADAL" clId="{764289B4-18A9-4D2D-9056-37E202029B03}" dt="2024-09-13T08:20:46.100" v="1307" actId="47"/>
        <pc:sldMkLst>
          <pc:docMk/>
          <pc:sldMk cId="3709952236" sldId="257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1335586771" sldId="343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3710079509" sldId="361"/>
        </pc:sldMkLst>
      </pc:sldChg>
      <pc:sldChg chg="del">
        <pc:chgData name="Klare, Heiko" userId="d7b0efbd-a5a6-4d7d-acbc-3da3b9cc1b4b" providerId="ADAL" clId="{764289B4-18A9-4D2D-9056-37E202029B03}" dt="2024-09-13T10:37:26.560" v="2978" actId="47"/>
        <pc:sldMkLst>
          <pc:docMk/>
          <pc:sldMk cId="3503675281" sldId="364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1095989714" sldId="369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1434739891" sldId="372"/>
        </pc:sldMkLst>
      </pc:sldChg>
      <pc:sldChg chg="del">
        <pc:chgData name="Klare, Heiko" userId="d7b0efbd-a5a6-4d7d-acbc-3da3b9cc1b4b" providerId="ADAL" clId="{764289B4-18A9-4D2D-9056-37E202029B03}" dt="2024-09-13T11:16:25.422" v="3537" actId="47"/>
        <pc:sldMkLst>
          <pc:docMk/>
          <pc:sldMk cId="2313337080" sldId="373"/>
        </pc:sldMkLst>
      </pc:sldChg>
      <pc:sldChg chg="del">
        <pc:chgData name="Klare, Heiko" userId="d7b0efbd-a5a6-4d7d-acbc-3da3b9cc1b4b" providerId="ADAL" clId="{764289B4-18A9-4D2D-9056-37E202029B03}" dt="2024-09-13T11:16:25.880" v="3538" actId="47"/>
        <pc:sldMkLst>
          <pc:docMk/>
          <pc:sldMk cId="2203178910" sldId="379"/>
        </pc:sldMkLst>
      </pc:sldChg>
      <pc:sldChg chg="addSp modSp mod ord">
        <pc:chgData name="Klare, Heiko" userId="d7b0efbd-a5a6-4d7d-acbc-3da3b9cc1b4b" providerId="ADAL" clId="{764289B4-18A9-4D2D-9056-37E202029B03}" dt="2024-09-13T11:27:55.444" v="4035" actId="14100"/>
        <pc:sldMkLst>
          <pc:docMk/>
          <pc:sldMk cId="546922839" sldId="407"/>
        </pc:sldMkLst>
      </pc:sldChg>
      <pc:sldChg chg="del">
        <pc:chgData name="Klare, Heiko" userId="d7b0efbd-a5a6-4d7d-acbc-3da3b9cc1b4b" providerId="ADAL" clId="{764289B4-18A9-4D2D-9056-37E202029B03}" dt="2024-09-13T08:20:59.519" v="1308" actId="47"/>
        <pc:sldMkLst>
          <pc:docMk/>
          <pc:sldMk cId="3010754092" sldId="413"/>
        </pc:sldMkLst>
      </pc:sldChg>
      <pc:sldChg chg="modSp mod ord">
        <pc:chgData name="Klare, Heiko" userId="d7b0efbd-a5a6-4d7d-acbc-3da3b9cc1b4b" providerId="ADAL" clId="{764289B4-18A9-4D2D-9056-37E202029B03}" dt="2024-09-13T13:04:44.846" v="4960" actId="20577"/>
        <pc:sldMkLst>
          <pc:docMk/>
          <pc:sldMk cId="1391992310" sldId="415"/>
        </pc:sldMkLst>
      </pc:sldChg>
      <pc:sldChg chg="del">
        <pc:chgData name="Klare, Heiko" userId="d7b0efbd-a5a6-4d7d-acbc-3da3b9cc1b4b" providerId="ADAL" clId="{764289B4-18A9-4D2D-9056-37E202029B03}" dt="2024-09-13T08:20:46.100" v="1307" actId="47"/>
        <pc:sldMkLst>
          <pc:docMk/>
          <pc:sldMk cId="3053521311" sldId="420"/>
        </pc:sldMkLst>
      </pc:sldChg>
      <pc:sldChg chg="del">
        <pc:chgData name="Klare, Heiko" userId="d7b0efbd-a5a6-4d7d-acbc-3da3b9cc1b4b" providerId="ADAL" clId="{764289B4-18A9-4D2D-9056-37E202029B03}" dt="2024-09-13T11:16:24.814" v="3536" actId="47"/>
        <pc:sldMkLst>
          <pc:docMk/>
          <pc:sldMk cId="3227595815" sldId="421"/>
        </pc:sldMkLst>
      </pc:sldChg>
      <pc:sldChg chg="del">
        <pc:chgData name="Klare, Heiko" userId="d7b0efbd-a5a6-4d7d-acbc-3da3b9cc1b4b" providerId="ADAL" clId="{764289B4-18A9-4D2D-9056-37E202029B03}" dt="2024-09-13T11:16:32.439" v="3541" actId="47"/>
        <pc:sldMkLst>
          <pc:docMk/>
          <pc:sldMk cId="2312447777" sldId="422"/>
        </pc:sldMkLst>
      </pc:sldChg>
      <pc:sldChg chg="del">
        <pc:chgData name="Klare, Heiko" userId="d7b0efbd-a5a6-4d7d-acbc-3da3b9cc1b4b" providerId="ADAL" clId="{764289B4-18A9-4D2D-9056-37E202029B03}" dt="2024-09-13T11:40:49.346" v="4927" actId="47"/>
        <pc:sldMkLst>
          <pc:docMk/>
          <pc:sldMk cId="4152693700" sldId="423"/>
        </pc:sldMkLst>
      </pc:sldChg>
      <pc:sldChg chg="del">
        <pc:chgData name="Klare, Heiko" userId="d7b0efbd-a5a6-4d7d-acbc-3da3b9cc1b4b" providerId="ADAL" clId="{764289B4-18A9-4D2D-9056-37E202029B03}" dt="2024-09-13T11:16:27.005" v="3539" actId="47"/>
        <pc:sldMkLst>
          <pc:docMk/>
          <pc:sldMk cId="1969859979" sldId="427"/>
        </pc:sldMkLst>
      </pc:sldChg>
      <pc:sldChg chg="del">
        <pc:chgData name="Klare, Heiko" userId="d7b0efbd-a5a6-4d7d-acbc-3da3b9cc1b4b" providerId="ADAL" clId="{764289B4-18A9-4D2D-9056-37E202029B03}" dt="2024-09-13T08:20:59.519" v="1308" actId="47"/>
        <pc:sldMkLst>
          <pc:docMk/>
          <pc:sldMk cId="1429424980" sldId="430"/>
        </pc:sldMkLst>
      </pc:sldChg>
      <pc:sldChg chg="del">
        <pc:chgData name="Klare, Heiko" userId="d7b0efbd-a5a6-4d7d-acbc-3da3b9cc1b4b" providerId="ADAL" clId="{764289B4-18A9-4D2D-9056-37E202029B03}" dt="2024-09-13T08:20:59.519" v="1308" actId="47"/>
        <pc:sldMkLst>
          <pc:docMk/>
          <pc:sldMk cId="465945736" sldId="431"/>
        </pc:sldMkLst>
      </pc:sldChg>
      <pc:sldChg chg="del">
        <pc:chgData name="Klare, Heiko" userId="d7b0efbd-a5a6-4d7d-acbc-3da3b9cc1b4b" providerId="ADAL" clId="{764289B4-18A9-4D2D-9056-37E202029B03}" dt="2024-09-13T11:17:15.861" v="3552" actId="47"/>
        <pc:sldMkLst>
          <pc:docMk/>
          <pc:sldMk cId="1348539917" sldId="432"/>
        </pc:sldMkLst>
      </pc:sldChg>
      <pc:sldChg chg="modSp add del mod ord">
        <pc:chgData name="Klare, Heiko" userId="d7b0efbd-a5a6-4d7d-acbc-3da3b9cc1b4b" providerId="ADAL" clId="{764289B4-18A9-4D2D-9056-37E202029B03}" dt="2024-09-13T13:04:48.274" v="4961"/>
        <pc:sldMkLst>
          <pc:docMk/>
          <pc:sldMk cId="3294446361" sldId="433"/>
        </pc:sldMkLst>
      </pc:sldChg>
      <pc:sldChg chg="del">
        <pc:chgData name="Klare, Heiko" userId="d7b0efbd-a5a6-4d7d-acbc-3da3b9cc1b4b" providerId="ADAL" clId="{764289B4-18A9-4D2D-9056-37E202029B03}" dt="2024-09-13T10:43:21.320" v="3466" actId="47"/>
        <pc:sldMkLst>
          <pc:docMk/>
          <pc:sldMk cId="1521127510" sldId="434"/>
        </pc:sldMkLst>
      </pc:sldChg>
      <pc:sldChg chg="del">
        <pc:chgData name="Klare, Heiko" userId="d7b0efbd-a5a6-4d7d-acbc-3da3b9cc1b4b" providerId="ADAL" clId="{764289B4-18A9-4D2D-9056-37E202029B03}" dt="2024-09-13T10:30:49.824" v="2972" actId="47"/>
        <pc:sldMkLst>
          <pc:docMk/>
          <pc:sldMk cId="1531167833" sldId="435"/>
        </pc:sldMkLst>
      </pc:sldChg>
      <pc:sldChg chg="del">
        <pc:chgData name="Klare, Heiko" userId="d7b0efbd-a5a6-4d7d-acbc-3da3b9cc1b4b" providerId="ADAL" clId="{764289B4-18A9-4D2D-9056-37E202029B03}" dt="2024-09-13T10:31:00.423" v="2973" actId="47"/>
        <pc:sldMkLst>
          <pc:docMk/>
          <pc:sldMk cId="2397847782" sldId="436"/>
        </pc:sldMkLst>
      </pc:sldChg>
      <pc:sldChg chg="del">
        <pc:chgData name="Klare, Heiko" userId="d7b0efbd-a5a6-4d7d-acbc-3da3b9cc1b4b" providerId="ADAL" clId="{764289B4-18A9-4D2D-9056-37E202029B03}" dt="2024-09-13T10:37:18.925" v="2977" actId="47"/>
        <pc:sldMkLst>
          <pc:docMk/>
          <pc:sldMk cId="63483211" sldId="438"/>
        </pc:sldMkLst>
      </pc:sldChg>
      <pc:sldChg chg="addSp delSp del mod">
        <pc:chgData name="Klare, Heiko" userId="d7b0efbd-a5a6-4d7d-acbc-3da3b9cc1b4b" providerId="ADAL" clId="{764289B4-18A9-4D2D-9056-37E202029B03}" dt="2024-09-13T10:38:50.314" v="3054" actId="47"/>
        <pc:sldMkLst>
          <pc:docMk/>
          <pc:sldMk cId="3246120669" sldId="439"/>
        </pc:sldMkLst>
      </pc:sldChg>
      <pc:sldChg chg="del">
        <pc:chgData name="Klare, Heiko" userId="d7b0efbd-a5a6-4d7d-acbc-3da3b9cc1b4b" providerId="ADAL" clId="{764289B4-18A9-4D2D-9056-37E202029B03}" dt="2024-09-13T10:39:51.485" v="3192" actId="47"/>
        <pc:sldMkLst>
          <pc:docMk/>
          <pc:sldMk cId="718688452" sldId="440"/>
        </pc:sldMkLst>
      </pc:sldChg>
      <pc:sldChg chg="del">
        <pc:chgData name="Klare, Heiko" userId="d7b0efbd-a5a6-4d7d-acbc-3da3b9cc1b4b" providerId="ADAL" clId="{764289B4-18A9-4D2D-9056-37E202029B03}" dt="2024-09-13T11:17:22.212" v="3553" actId="47"/>
        <pc:sldMkLst>
          <pc:docMk/>
          <pc:sldMk cId="2381316480" sldId="441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2121925899" sldId="442"/>
        </pc:sldMkLst>
      </pc:sldChg>
      <pc:sldChg chg="modSp mod ord">
        <pc:chgData name="Klare, Heiko" userId="d7b0efbd-a5a6-4d7d-acbc-3da3b9cc1b4b" providerId="ADAL" clId="{764289B4-18A9-4D2D-9056-37E202029B03}" dt="2024-09-13T14:12:24.176" v="7355" actId="403"/>
        <pc:sldMkLst>
          <pc:docMk/>
          <pc:sldMk cId="2716938743" sldId="443"/>
        </pc:sldMkLst>
      </pc:sldChg>
      <pc:sldChg chg="del">
        <pc:chgData name="Klare, Heiko" userId="d7b0efbd-a5a6-4d7d-acbc-3da3b9cc1b4b" providerId="ADAL" clId="{764289B4-18A9-4D2D-9056-37E202029B03}" dt="2024-09-13T11:17:15.278" v="3551" actId="47"/>
        <pc:sldMkLst>
          <pc:docMk/>
          <pc:sldMk cId="814165396" sldId="444"/>
        </pc:sldMkLst>
      </pc:sldChg>
      <pc:sldChg chg="del">
        <pc:chgData name="Klare, Heiko" userId="d7b0efbd-a5a6-4d7d-acbc-3da3b9cc1b4b" providerId="ADAL" clId="{764289B4-18A9-4D2D-9056-37E202029B03}" dt="2024-09-13T11:17:14.111" v="3550" actId="47"/>
        <pc:sldMkLst>
          <pc:docMk/>
          <pc:sldMk cId="111547177" sldId="445"/>
        </pc:sldMkLst>
      </pc:sldChg>
      <pc:sldChg chg="del">
        <pc:chgData name="Klare, Heiko" userId="d7b0efbd-a5a6-4d7d-acbc-3da3b9cc1b4b" providerId="ADAL" clId="{764289B4-18A9-4D2D-9056-37E202029B03}" dt="2024-09-13T11:17:12.598" v="3549" actId="47"/>
        <pc:sldMkLst>
          <pc:docMk/>
          <pc:sldMk cId="3407174367" sldId="446"/>
        </pc:sldMkLst>
      </pc:sldChg>
      <pc:sldChg chg="del">
        <pc:chgData name="Klare, Heiko" userId="d7b0efbd-a5a6-4d7d-acbc-3da3b9cc1b4b" providerId="ADAL" clId="{764289B4-18A9-4D2D-9056-37E202029B03}" dt="2024-09-13T11:17:32.754" v="3556" actId="47"/>
        <pc:sldMkLst>
          <pc:docMk/>
          <pc:sldMk cId="3755138398" sldId="447"/>
        </pc:sldMkLst>
      </pc:sldChg>
      <pc:sldChg chg="del">
        <pc:chgData name="Klare, Heiko" userId="d7b0efbd-a5a6-4d7d-acbc-3da3b9cc1b4b" providerId="ADAL" clId="{764289B4-18A9-4D2D-9056-37E202029B03}" dt="2024-09-13T11:17:31.193" v="3555" actId="47"/>
        <pc:sldMkLst>
          <pc:docMk/>
          <pc:sldMk cId="975458850" sldId="448"/>
        </pc:sldMkLst>
      </pc:sldChg>
      <pc:sldChg chg="del">
        <pc:chgData name="Klare, Heiko" userId="d7b0efbd-a5a6-4d7d-acbc-3da3b9cc1b4b" providerId="ADAL" clId="{764289B4-18A9-4D2D-9056-37E202029B03}" dt="2024-09-13T11:17:23.892" v="3554" actId="47"/>
        <pc:sldMkLst>
          <pc:docMk/>
          <pc:sldMk cId="145644249" sldId="449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1236433110" sldId="450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2186870746" sldId="451"/>
        </pc:sldMkLst>
      </pc:sldChg>
      <pc:sldChg chg="del">
        <pc:chgData name="Klare, Heiko" userId="d7b0efbd-a5a6-4d7d-acbc-3da3b9cc1b4b" providerId="ADAL" clId="{764289B4-18A9-4D2D-9056-37E202029B03}" dt="2024-09-13T11:40:58.458" v="4928" actId="47"/>
        <pc:sldMkLst>
          <pc:docMk/>
          <pc:sldMk cId="4247136821" sldId="452"/>
        </pc:sldMkLst>
      </pc:sldChg>
      <pc:sldChg chg="del">
        <pc:chgData name="Klare, Heiko" userId="d7b0efbd-a5a6-4d7d-acbc-3da3b9cc1b4b" providerId="ADAL" clId="{764289B4-18A9-4D2D-9056-37E202029B03}" dt="2024-09-13T11:17:34.004" v="3557" actId="47"/>
        <pc:sldMkLst>
          <pc:docMk/>
          <pc:sldMk cId="3944851747" sldId="454"/>
        </pc:sldMkLst>
      </pc:sldChg>
      <pc:sldChg chg="add del">
        <pc:chgData name="Klare, Heiko" userId="d7b0efbd-a5a6-4d7d-acbc-3da3b9cc1b4b" providerId="ADAL" clId="{764289B4-18A9-4D2D-9056-37E202029B03}" dt="2024-09-13T11:40:49.346" v="4927" actId="47"/>
        <pc:sldMkLst>
          <pc:docMk/>
          <pc:sldMk cId="3229694500" sldId="455"/>
        </pc:sldMkLst>
      </pc:sldChg>
      <pc:sldChg chg="delSp modSp add mod">
        <pc:chgData name="Klare, Heiko" userId="d7b0efbd-a5a6-4d7d-acbc-3da3b9cc1b4b" providerId="ADAL" clId="{764289B4-18A9-4D2D-9056-37E202029B03}" dt="2024-09-13T13:17:21.012" v="6275" actId="404"/>
        <pc:sldMkLst>
          <pc:docMk/>
          <pc:sldMk cId="261077772" sldId="456"/>
        </pc:sldMkLst>
      </pc:sldChg>
      <pc:sldChg chg="modSp add del mod">
        <pc:chgData name="Klare, Heiko" userId="d7b0efbd-a5a6-4d7d-acbc-3da3b9cc1b4b" providerId="ADAL" clId="{764289B4-18A9-4D2D-9056-37E202029B03}" dt="2024-09-13T10:39:50.084" v="3191" actId="47"/>
        <pc:sldMkLst>
          <pc:docMk/>
          <pc:sldMk cId="3585021601" sldId="457"/>
        </pc:sldMkLst>
      </pc:sldChg>
      <pc:sldChg chg="modSp new mod ord">
        <pc:chgData name="Klare, Heiko" userId="d7b0efbd-a5a6-4d7d-acbc-3da3b9cc1b4b" providerId="ADAL" clId="{764289B4-18A9-4D2D-9056-37E202029B03}" dt="2024-09-13T13:21:22.572" v="6580" actId="403"/>
        <pc:sldMkLst>
          <pc:docMk/>
          <pc:sldMk cId="1269393194" sldId="458"/>
        </pc:sldMkLst>
      </pc:sldChg>
      <pc:sldChg chg="modSp add mod">
        <pc:chgData name="Klare, Heiko" userId="d7b0efbd-a5a6-4d7d-acbc-3da3b9cc1b4b" providerId="ADAL" clId="{764289B4-18A9-4D2D-9056-37E202029B03}" dt="2024-09-13T13:17:49.187" v="6305" actId="403"/>
        <pc:sldMkLst>
          <pc:docMk/>
          <pc:sldMk cId="394648708" sldId="459"/>
        </pc:sldMkLst>
      </pc:sldChg>
      <pc:sldChg chg="delSp modSp add del mod ord">
        <pc:chgData name="Klare, Heiko" userId="d7b0efbd-a5a6-4d7d-acbc-3da3b9cc1b4b" providerId="ADAL" clId="{764289B4-18A9-4D2D-9056-37E202029B03}" dt="2024-09-13T10:43:00.488" v="3462" actId="47"/>
        <pc:sldMkLst>
          <pc:docMk/>
          <pc:sldMk cId="483757686" sldId="460"/>
        </pc:sldMkLst>
      </pc:sldChg>
      <pc:sldChg chg="modSp add del mod ord">
        <pc:chgData name="Klare, Heiko" userId="d7b0efbd-a5a6-4d7d-acbc-3da3b9cc1b4b" providerId="ADAL" clId="{764289B4-18A9-4D2D-9056-37E202029B03}" dt="2024-09-13T10:43:12.584" v="3463" actId="47"/>
        <pc:sldMkLst>
          <pc:docMk/>
          <pc:sldMk cId="1964420175" sldId="461"/>
        </pc:sldMkLst>
      </pc:sldChg>
      <pc:sldChg chg="addSp modSp new mod">
        <pc:chgData name="Klare, Heiko" userId="d7b0efbd-a5a6-4d7d-acbc-3da3b9cc1b4b" providerId="ADAL" clId="{764289B4-18A9-4D2D-9056-37E202029B03}" dt="2024-09-13T13:22:11.237" v="6592" actId="20577"/>
        <pc:sldMkLst>
          <pc:docMk/>
          <pc:sldMk cId="3061159929" sldId="462"/>
        </pc:sldMkLst>
      </pc:sldChg>
      <pc:sldChg chg="modSp add mod">
        <pc:chgData name="Klare, Heiko" userId="d7b0efbd-a5a6-4d7d-acbc-3da3b9cc1b4b" providerId="ADAL" clId="{764289B4-18A9-4D2D-9056-37E202029B03}" dt="2024-09-13T13:43:01.695" v="6632" actId="20577"/>
        <pc:sldMkLst>
          <pc:docMk/>
          <pc:sldMk cId="1200117937" sldId="463"/>
        </pc:sldMkLst>
      </pc:sldChg>
      <pc:sldChg chg="modSp add mod">
        <pc:chgData name="Klare, Heiko" userId="d7b0efbd-a5a6-4d7d-acbc-3da3b9cc1b4b" providerId="ADAL" clId="{764289B4-18A9-4D2D-9056-37E202029B03}" dt="2024-09-13T13:50:29.231" v="6920" actId="20577"/>
        <pc:sldMkLst>
          <pc:docMk/>
          <pc:sldMk cId="3965446186" sldId="464"/>
        </pc:sldMkLst>
      </pc:sldChg>
      <pc:sldChg chg="addSp delSp modSp new mod chgLayout">
        <pc:chgData name="Klare, Heiko" userId="d7b0efbd-a5a6-4d7d-acbc-3da3b9cc1b4b" providerId="ADAL" clId="{764289B4-18A9-4D2D-9056-37E202029B03}" dt="2024-09-13T13:49:50.343" v="6917" actId="14100"/>
        <pc:sldMkLst>
          <pc:docMk/>
          <pc:sldMk cId="103721903" sldId="465"/>
        </pc:sldMkLst>
      </pc:sldChg>
      <pc:sldChg chg="modSp add mod ord">
        <pc:chgData name="Klare, Heiko" userId="d7b0efbd-a5a6-4d7d-acbc-3da3b9cc1b4b" providerId="ADAL" clId="{764289B4-18A9-4D2D-9056-37E202029B03}" dt="2024-09-13T12:13:47.793" v="4953"/>
        <pc:sldMkLst>
          <pc:docMk/>
          <pc:sldMk cId="866617417" sldId="466"/>
        </pc:sldMkLst>
      </pc:sldChg>
      <pc:sldChg chg="addSp modSp add mod">
        <pc:chgData name="Klare, Heiko" userId="d7b0efbd-a5a6-4d7d-acbc-3da3b9cc1b4b" providerId="ADAL" clId="{764289B4-18A9-4D2D-9056-37E202029B03}" dt="2024-09-13T11:31:23.871" v="4223"/>
        <pc:sldMkLst>
          <pc:docMk/>
          <pc:sldMk cId="826742195" sldId="467"/>
        </pc:sldMkLst>
      </pc:sldChg>
      <pc:sldChg chg="addSp delSp modSp new mod">
        <pc:chgData name="Klare, Heiko" userId="d7b0efbd-a5a6-4d7d-acbc-3da3b9cc1b4b" providerId="ADAL" clId="{764289B4-18A9-4D2D-9056-37E202029B03}" dt="2024-09-13T14:14:34.788" v="7426" actId="1076"/>
        <pc:sldMkLst>
          <pc:docMk/>
          <pc:sldMk cId="987687730" sldId="468"/>
        </pc:sldMkLst>
      </pc:sldChg>
      <pc:sldChg chg="addSp modSp new mod">
        <pc:chgData name="Klare, Heiko" userId="d7b0efbd-a5a6-4d7d-acbc-3da3b9cc1b4b" providerId="ADAL" clId="{764289B4-18A9-4D2D-9056-37E202029B03}" dt="2024-09-20T06:33:46.682" v="7891" actId="790"/>
        <pc:sldMkLst>
          <pc:docMk/>
          <pc:sldMk cId="1134373382" sldId="469"/>
        </pc:sldMkLst>
      </pc:sldChg>
      <pc:sldChg chg="addSp delSp modSp new mod">
        <pc:chgData name="Klare, Heiko" userId="d7b0efbd-a5a6-4d7d-acbc-3da3b9cc1b4b" providerId="ADAL" clId="{764289B4-18A9-4D2D-9056-37E202029B03}" dt="2024-09-20T06:33:36.535" v="7890" actId="20577"/>
        <pc:sldMkLst>
          <pc:docMk/>
          <pc:sldMk cId="1683501761" sldId="470"/>
        </pc:sldMkLst>
      </pc:sldChg>
    </pc:docChg>
  </pc:docChgLst>
  <pc:docChgLst>
    <pc:chgData name="Klare, Heiko" userId="d7b0efbd-a5a6-4d7d-acbc-3da3b9cc1b4b" providerId="ADAL" clId="{435B54B3-D456-485F-A3FE-5CE42B37B984}"/>
    <pc:docChg chg="undo custSel addSld delSld modSld sldOrd delSection modSection">
      <pc:chgData name="Klare, Heiko" userId="d7b0efbd-a5a6-4d7d-acbc-3da3b9cc1b4b" providerId="ADAL" clId="{435B54B3-D456-485F-A3FE-5CE42B37B984}" dt="2025-02-13T12:40:13.925" v="3309" actId="20577"/>
      <pc:docMkLst>
        <pc:docMk/>
      </pc:docMkLst>
      <pc:sldChg chg="modSp mod">
        <pc:chgData name="Klare, Heiko" userId="d7b0efbd-a5a6-4d7d-acbc-3da3b9cc1b4b" providerId="ADAL" clId="{435B54B3-D456-485F-A3FE-5CE42B37B984}" dt="2025-02-10T10:38:56.772" v="51" actId="20577"/>
        <pc:sldMkLst>
          <pc:docMk/>
          <pc:sldMk cId="2923351067" sldId="256"/>
        </pc:sldMkLst>
        <pc:spChg chg="mod">
          <ac:chgData name="Klare, Heiko" userId="d7b0efbd-a5a6-4d7d-acbc-3da3b9cc1b4b" providerId="ADAL" clId="{435B54B3-D456-485F-A3FE-5CE42B37B984}" dt="2025-02-10T10:38:41.654" v="12" actId="20577"/>
          <ac:spMkLst>
            <pc:docMk/>
            <pc:sldMk cId="2923351067" sldId="256"/>
            <ac:spMk id="2" creationId="{F2B87153-989B-106C-BB0C-A7C35BB3FA5A}"/>
          </ac:spMkLst>
        </pc:spChg>
        <pc:spChg chg="mod">
          <ac:chgData name="Klare, Heiko" userId="d7b0efbd-a5a6-4d7d-acbc-3da3b9cc1b4b" providerId="ADAL" clId="{435B54B3-D456-485F-A3FE-5CE42B37B984}" dt="2025-02-10T10:38:56.772" v="51" actId="20577"/>
          <ac:spMkLst>
            <pc:docMk/>
            <pc:sldMk cId="2923351067" sldId="256"/>
            <ac:spMk id="3" creationId="{CD348D30-2C66-FC06-4005-9E6F5603BD4D}"/>
          </ac:spMkLst>
        </pc:spChg>
      </pc:sldChg>
      <pc:sldChg chg="del">
        <pc:chgData name="Klare, Heiko" userId="d7b0efbd-a5a6-4d7d-acbc-3da3b9cc1b4b" providerId="ADAL" clId="{435B54B3-D456-485F-A3FE-5CE42B37B984}" dt="2025-02-10T10:57:40.508" v="1339" actId="47"/>
        <pc:sldMkLst>
          <pc:docMk/>
          <pc:sldMk cId="546922839" sldId="407"/>
        </pc:sldMkLst>
      </pc:sldChg>
      <pc:sldChg chg="del">
        <pc:chgData name="Klare, Heiko" userId="d7b0efbd-a5a6-4d7d-acbc-3da3b9cc1b4b" providerId="ADAL" clId="{435B54B3-D456-485F-A3FE-5CE42B37B984}" dt="2025-02-10T10:39:29.986" v="133" actId="47"/>
        <pc:sldMkLst>
          <pc:docMk/>
          <pc:sldMk cId="1391992310" sldId="415"/>
        </pc:sldMkLst>
      </pc:sldChg>
      <pc:sldChg chg="modSp mod modAnim">
        <pc:chgData name="Klare, Heiko" userId="d7b0efbd-a5a6-4d7d-acbc-3da3b9cc1b4b" providerId="ADAL" clId="{435B54B3-D456-485F-A3FE-5CE42B37B984}" dt="2025-02-10T15:40:21.970" v="2561" actId="1036"/>
        <pc:sldMkLst>
          <pc:docMk/>
          <pc:sldMk cId="3294446361" sldId="433"/>
        </pc:sldMkLst>
        <pc:spChg chg="mod">
          <ac:chgData name="Klare, Heiko" userId="d7b0efbd-a5a6-4d7d-acbc-3da3b9cc1b4b" providerId="ADAL" clId="{435B54B3-D456-485F-A3FE-5CE42B37B984}" dt="2025-02-10T15:39:34.544" v="2522" actId="1035"/>
          <ac:spMkLst>
            <pc:docMk/>
            <pc:sldMk cId="3294446361" sldId="433"/>
            <ac:spMk id="11" creationId="{5EE7DD53-A5F8-6FAC-3889-AB93A9256A85}"/>
          </ac:spMkLst>
        </pc:spChg>
        <pc:spChg chg="mod">
          <ac:chgData name="Klare, Heiko" userId="d7b0efbd-a5a6-4d7d-acbc-3da3b9cc1b4b" providerId="ADAL" clId="{435B54B3-D456-485F-A3FE-5CE42B37B984}" dt="2025-02-10T15:39:46.221" v="2541" actId="1035"/>
          <ac:spMkLst>
            <pc:docMk/>
            <pc:sldMk cId="3294446361" sldId="433"/>
            <ac:spMk id="27" creationId="{F67402F0-DB91-4E1A-3E99-F1361E87162C}"/>
          </ac:spMkLst>
        </pc:spChg>
        <pc:spChg chg="mod">
          <ac:chgData name="Klare, Heiko" userId="d7b0efbd-a5a6-4d7d-acbc-3da3b9cc1b4b" providerId="ADAL" clId="{435B54B3-D456-485F-A3FE-5CE42B37B984}" dt="2025-02-10T15:39:39.249" v="2523" actId="14100"/>
          <ac:spMkLst>
            <pc:docMk/>
            <pc:sldMk cId="3294446361" sldId="433"/>
            <ac:spMk id="31" creationId="{B64A1B13-BF12-32EC-1F0E-14E0B5329992}"/>
          </ac:spMkLst>
        </pc:spChg>
        <pc:spChg chg="mod">
          <ac:chgData name="Klare, Heiko" userId="d7b0efbd-a5a6-4d7d-acbc-3da3b9cc1b4b" providerId="ADAL" clId="{435B54B3-D456-485F-A3FE-5CE42B37B984}" dt="2025-02-10T15:39:30.133" v="2503" actId="1036"/>
          <ac:spMkLst>
            <pc:docMk/>
            <pc:sldMk cId="3294446361" sldId="433"/>
            <ac:spMk id="32" creationId="{C31C0A8F-9729-3751-0840-BB1191F9B551}"/>
          </ac:spMkLst>
        </pc:spChg>
        <pc:spChg chg="mod">
          <ac:chgData name="Klare, Heiko" userId="d7b0efbd-a5a6-4d7d-acbc-3da3b9cc1b4b" providerId="ADAL" clId="{435B54B3-D456-485F-A3FE-5CE42B37B984}" dt="2025-02-10T15:39:46.221" v="2541" actId="1035"/>
          <ac:spMkLst>
            <pc:docMk/>
            <pc:sldMk cId="3294446361" sldId="433"/>
            <ac:spMk id="40" creationId="{B1100DD7-D957-C353-6C01-40B7F326CEEB}"/>
          </ac:spMkLst>
        </pc:spChg>
        <pc:spChg chg="mod">
          <ac:chgData name="Klare, Heiko" userId="d7b0efbd-a5a6-4d7d-acbc-3da3b9cc1b4b" providerId="ADAL" clId="{435B54B3-D456-485F-A3FE-5CE42B37B984}" dt="2025-02-10T15:39:41.434" v="2524" actId="14100"/>
          <ac:spMkLst>
            <pc:docMk/>
            <pc:sldMk cId="3294446361" sldId="433"/>
            <ac:spMk id="47" creationId="{DB1741AF-87EB-E3F0-6705-C904D06E3206}"/>
          </ac:spMkLst>
        </pc:spChg>
        <pc:spChg chg="mod">
          <ac:chgData name="Klare, Heiko" userId="d7b0efbd-a5a6-4d7d-acbc-3da3b9cc1b4b" providerId="ADAL" clId="{435B54B3-D456-485F-A3FE-5CE42B37B984}" dt="2025-02-10T15:40:21.970" v="2561" actId="1036"/>
          <ac:spMkLst>
            <pc:docMk/>
            <pc:sldMk cId="3294446361" sldId="433"/>
            <ac:spMk id="49" creationId="{277BB640-F558-D486-91B2-B96313A7A622}"/>
          </ac:spMkLst>
        </pc:spChg>
        <pc:spChg chg="mod">
          <ac:chgData name="Klare, Heiko" userId="d7b0efbd-a5a6-4d7d-acbc-3da3b9cc1b4b" providerId="ADAL" clId="{435B54B3-D456-485F-A3FE-5CE42B37B984}" dt="2025-02-10T15:39:46.221" v="2541" actId="1035"/>
          <ac:spMkLst>
            <pc:docMk/>
            <pc:sldMk cId="3294446361" sldId="433"/>
            <ac:spMk id="51" creationId="{7E111878-50C2-C6AC-0A62-95D04E34BFFE}"/>
          </ac:spMkLst>
        </pc:spChg>
        <pc:spChg chg="mod">
          <ac:chgData name="Klare, Heiko" userId="d7b0efbd-a5a6-4d7d-acbc-3da3b9cc1b4b" providerId="ADAL" clId="{435B54B3-D456-485F-A3FE-5CE42B37B984}" dt="2025-02-10T15:39:46.221" v="2541" actId="1035"/>
          <ac:spMkLst>
            <pc:docMk/>
            <pc:sldMk cId="3294446361" sldId="433"/>
            <ac:spMk id="52" creationId="{66E3D633-577B-744F-5053-68FC600FB062}"/>
          </ac:spMkLst>
        </pc:spChg>
        <pc:spChg chg="mod">
          <ac:chgData name="Klare, Heiko" userId="d7b0efbd-a5a6-4d7d-acbc-3da3b9cc1b4b" providerId="ADAL" clId="{435B54B3-D456-485F-A3FE-5CE42B37B984}" dt="2025-02-10T15:39:46.221" v="2541" actId="1035"/>
          <ac:spMkLst>
            <pc:docMk/>
            <pc:sldMk cId="3294446361" sldId="433"/>
            <ac:spMk id="53" creationId="{6986068F-BB61-91E2-BE4D-0BE8FE7B219C}"/>
          </ac:spMkLst>
        </pc:spChg>
        <pc:spChg chg="mod">
          <ac:chgData name="Klare, Heiko" userId="d7b0efbd-a5a6-4d7d-acbc-3da3b9cc1b4b" providerId="ADAL" clId="{435B54B3-D456-485F-A3FE-5CE42B37B984}" dt="2025-02-10T15:39:46.221" v="2541" actId="1035"/>
          <ac:spMkLst>
            <pc:docMk/>
            <pc:sldMk cId="3294446361" sldId="433"/>
            <ac:spMk id="70" creationId="{9731B901-4EB2-A868-6EC5-27D483AAEE9A}"/>
          </ac:spMkLst>
        </pc:spChg>
        <pc:spChg chg="mod">
          <ac:chgData name="Klare, Heiko" userId="d7b0efbd-a5a6-4d7d-acbc-3da3b9cc1b4b" providerId="ADAL" clId="{435B54B3-D456-485F-A3FE-5CE42B37B984}" dt="2025-02-10T15:39:46.221" v="2541" actId="1035"/>
          <ac:spMkLst>
            <pc:docMk/>
            <pc:sldMk cId="3294446361" sldId="433"/>
            <ac:spMk id="71" creationId="{854969F1-94BD-405C-B093-CD1565D1CCDC}"/>
          </ac:spMkLst>
        </pc:spChg>
        <pc:spChg chg="mod">
          <ac:chgData name="Klare, Heiko" userId="d7b0efbd-a5a6-4d7d-acbc-3da3b9cc1b4b" providerId="ADAL" clId="{435B54B3-D456-485F-A3FE-5CE42B37B984}" dt="2025-02-10T15:39:46.221" v="2541" actId="1035"/>
          <ac:spMkLst>
            <pc:docMk/>
            <pc:sldMk cId="3294446361" sldId="433"/>
            <ac:spMk id="72" creationId="{F435BEE5-8C8B-24F0-4E64-B23A7ACF7EDE}"/>
          </ac:spMkLst>
        </pc:spChg>
        <pc:spChg chg="mod">
          <ac:chgData name="Klare, Heiko" userId="d7b0efbd-a5a6-4d7d-acbc-3da3b9cc1b4b" providerId="ADAL" clId="{435B54B3-D456-485F-A3FE-5CE42B37B984}" dt="2025-02-10T15:39:49.133" v="2549" actId="1035"/>
          <ac:spMkLst>
            <pc:docMk/>
            <pc:sldMk cId="3294446361" sldId="433"/>
            <ac:spMk id="73" creationId="{561D1841-4946-CDD5-EA06-CECE0CAE000A}"/>
          </ac:spMkLst>
        </pc:spChg>
        <pc:grpChg chg="mod">
          <ac:chgData name="Klare, Heiko" userId="d7b0efbd-a5a6-4d7d-acbc-3da3b9cc1b4b" providerId="ADAL" clId="{435B54B3-D456-485F-A3FE-5CE42B37B984}" dt="2025-02-10T15:39:46.221" v="2541" actId="1035"/>
          <ac:grpSpMkLst>
            <pc:docMk/>
            <pc:sldMk cId="3294446361" sldId="433"/>
            <ac:grpSpMk id="54" creationId="{8F5BAF35-BAAE-88AE-0BB3-E35F9B4BFD8C}"/>
          </ac:grpSpMkLst>
        </pc:grpChg>
        <pc:grpChg chg="mod">
          <ac:chgData name="Klare, Heiko" userId="d7b0efbd-a5a6-4d7d-acbc-3da3b9cc1b4b" providerId="ADAL" clId="{435B54B3-D456-485F-A3FE-5CE42B37B984}" dt="2025-02-10T15:39:46.221" v="2541" actId="1035"/>
          <ac:grpSpMkLst>
            <pc:docMk/>
            <pc:sldMk cId="3294446361" sldId="433"/>
            <ac:grpSpMk id="55" creationId="{F6A541A5-F555-E27D-8384-67A6BC9744FC}"/>
          </ac:grpSpMkLst>
        </pc:grpChg>
        <pc:grpChg chg="mod">
          <ac:chgData name="Klare, Heiko" userId="d7b0efbd-a5a6-4d7d-acbc-3da3b9cc1b4b" providerId="ADAL" clId="{435B54B3-D456-485F-A3FE-5CE42B37B984}" dt="2025-02-10T15:39:46.221" v="2541" actId="1035"/>
          <ac:grpSpMkLst>
            <pc:docMk/>
            <pc:sldMk cId="3294446361" sldId="433"/>
            <ac:grpSpMk id="60" creationId="{68F97592-C739-123C-2369-AF671D47FA51}"/>
          </ac:grpSpMkLst>
        </pc:grpChg>
        <pc:grpChg chg="mod">
          <ac:chgData name="Klare, Heiko" userId="d7b0efbd-a5a6-4d7d-acbc-3da3b9cc1b4b" providerId="ADAL" clId="{435B54B3-D456-485F-A3FE-5CE42B37B984}" dt="2025-02-10T15:39:46.221" v="2541" actId="1035"/>
          <ac:grpSpMkLst>
            <pc:docMk/>
            <pc:sldMk cId="3294446361" sldId="433"/>
            <ac:grpSpMk id="65" creationId="{19498415-6206-3EE0-7ECA-1E12B607E595}"/>
          </ac:grpSpMkLst>
        </pc:grpChg>
        <pc:grpChg chg="mod">
          <ac:chgData name="Klare, Heiko" userId="d7b0efbd-a5a6-4d7d-acbc-3da3b9cc1b4b" providerId="ADAL" clId="{435B54B3-D456-485F-A3FE-5CE42B37B984}" dt="2025-02-10T15:39:46.221" v="2541" actId="1035"/>
          <ac:grpSpMkLst>
            <pc:docMk/>
            <pc:sldMk cId="3294446361" sldId="433"/>
            <ac:grpSpMk id="74" creationId="{EE367B1A-4A1C-6C74-78E2-DAE3A4A79D15}"/>
          </ac:grpSpMkLst>
        </pc:grpChg>
        <pc:grpChg chg="mod">
          <ac:chgData name="Klare, Heiko" userId="d7b0efbd-a5a6-4d7d-acbc-3da3b9cc1b4b" providerId="ADAL" clId="{435B54B3-D456-485F-A3FE-5CE42B37B984}" dt="2025-02-10T15:39:46.221" v="2541" actId="1035"/>
          <ac:grpSpMkLst>
            <pc:docMk/>
            <pc:sldMk cId="3294446361" sldId="433"/>
            <ac:grpSpMk id="75" creationId="{2CCC9434-CBF8-6312-93BA-DF389AE7FE43}"/>
          </ac:grpSpMkLst>
        </pc:grpChg>
        <pc:cxnChg chg="mod">
          <ac:chgData name="Klare, Heiko" userId="d7b0efbd-a5a6-4d7d-acbc-3da3b9cc1b4b" providerId="ADAL" clId="{435B54B3-D456-485F-A3FE-5CE42B37B984}" dt="2025-02-10T15:39:46.221" v="2541" actId="1035"/>
          <ac:cxnSpMkLst>
            <pc:docMk/>
            <pc:sldMk cId="3294446361" sldId="433"/>
            <ac:cxnSpMk id="39" creationId="{8327EDE8-DBB1-D6E1-469A-D4CC2DECA15B}"/>
          </ac:cxnSpMkLst>
        </pc:cxnChg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2716938743" sldId="443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261077772" sldId="456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1269393194" sldId="458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394648708" sldId="459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3061159929" sldId="462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1200117937" sldId="463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3965446186" sldId="464"/>
        </pc:sldMkLst>
      </pc:sldChg>
      <pc:sldChg chg="del">
        <pc:chgData name="Klare, Heiko" userId="d7b0efbd-a5a6-4d7d-acbc-3da3b9cc1b4b" providerId="ADAL" clId="{435B54B3-D456-485F-A3FE-5CE42B37B984}" dt="2025-02-10T10:57:40.508" v="1339" actId="47"/>
        <pc:sldMkLst>
          <pc:docMk/>
          <pc:sldMk cId="103721903" sldId="465"/>
        </pc:sldMkLst>
      </pc:sldChg>
      <pc:sldChg chg="del">
        <pc:chgData name="Klare, Heiko" userId="d7b0efbd-a5a6-4d7d-acbc-3da3b9cc1b4b" providerId="ADAL" clId="{435B54B3-D456-485F-A3FE-5CE42B37B984}" dt="2025-02-10T10:57:40.508" v="1339" actId="47"/>
        <pc:sldMkLst>
          <pc:docMk/>
          <pc:sldMk cId="826742195" sldId="467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987687730" sldId="468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1134373382" sldId="469"/>
        </pc:sldMkLst>
      </pc:sldChg>
      <pc:sldChg chg="del">
        <pc:chgData name="Klare, Heiko" userId="d7b0efbd-a5a6-4d7d-acbc-3da3b9cc1b4b" providerId="ADAL" clId="{435B54B3-D456-485F-A3FE-5CE42B37B984}" dt="2025-02-10T10:57:38.665" v="1338" actId="47"/>
        <pc:sldMkLst>
          <pc:docMk/>
          <pc:sldMk cId="1683501761" sldId="470"/>
        </pc:sldMkLst>
      </pc:sldChg>
      <pc:sldChg chg="modSp add del mod">
        <pc:chgData name="Klare, Heiko" userId="d7b0efbd-a5a6-4d7d-acbc-3da3b9cc1b4b" providerId="ADAL" clId="{435B54B3-D456-485F-A3FE-5CE42B37B984}" dt="2025-02-10T10:47:00.086" v="342" actId="47"/>
        <pc:sldMkLst>
          <pc:docMk/>
          <pc:sldMk cId="3830934409" sldId="2147471085"/>
        </pc:sldMkLst>
      </pc:sldChg>
      <pc:sldChg chg="addSp delSp modSp new mod delAnim modAnim">
        <pc:chgData name="Klare, Heiko" userId="d7b0efbd-a5a6-4d7d-acbc-3da3b9cc1b4b" providerId="ADAL" clId="{435B54B3-D456-485F-A3FE-5CE42B37B984}" dt="2025-02-10T15:40:51.341" v="2565"/>
        <pc:sldMkLst>
          <pc:docMk/>
          <pc:sldMk cId="4093534980" sldId="2147471086"/>
        </pc:sldMkLst>
        <pc:spChg chg="mod">
          <ac:chgData name="Klare, Heiko" userId="d7b0efbd-a5a6-4d7d-acbc-3da3b9cc1b4b" providerId="ADAL" clId="{435B54B3-D456-485F-A3FE-5CE42B37B984}" dt="2025-02-10T10:40:25.885" v="170" actId="20577"/>
          <ac:spMkLst>
            <pc:docMk/>
            <pc:sldMk cId="4093534980" sldId="2147471086"/>
            <ac:spMk id="2" creationId="{FD00EEEE-6622-9D1C-47B9-2BA5D90F5DBF}"/>
          </ac:spMkLst>
        </pc:spChg>
        <pc:spChg chg="add mod">
          <ac:chgData name="Klare, Heiko" userId="d7b0efbd-a5a6-4d7d-acbc-3da3b9cc1b4b" providerId="ADAL" clId="{435B54B3-D456-485F-A3FE-5CE42B37B984}" dt="2025-02-10T10:46:30.778" v="333" actId="1037"/>
          <ac:spMkLst>
            <pc:docMk/>
            <pc:sldMk cId="4093534980" sldId="2147471086"/>
            <ac:spMk id="8" creationId="{C297F263-1EEB-C005-82B1-024DCCE37CCF}"/>
          </ac:spMkLst>
        </pc:spChg>
        <pc:spChg chg="add mod">
          <ac:chgData name="Klare, Heiko" userId="d7b0efbd-a5a6-4d7d-acbc-3da3b9cc1b4b" providerId="ADAL" clId="{435B54B3-D456-485F-A3FE-5CE42B37B984}" dt="2025-02-10T10:40:31.237" v="171"/>
          <ac:spMkLst>
            <pc:docMk/>
            <pc:sldMk cId="4093534980" sldId="2147471086"/>
            <ac:spMk id="17" creationId="{131DAB82-B206-A878-0FE1-76F095E40EE7}"/>
          </ac:spMkLst>
        </pc:spChg>
        <pc:spChg chg="add mod ord">
          <ac:chgData name="Klare, Heiko" userId="d7b0efbd-a5a6-4d7d-acbc-3da3b9cc1b4b" providerId="ADAL" clId="{435B54B3-D456-485F-A3FE-5CE42B37B984}" dt="2025-02-10T10:45:55.364" v="306" actId="1076"/>
          <ac:spMkLst>
            <pc:docMk/>
            <pc:sldMk cId="4093534980" sldId="2147471086"/>
            <ac:spMk id="18" creationId="{23B13317-0D3B-A1C6-7DE6-F8A724D4C7B1}"/>
          </ac:spMkLst>
        </pc:spChg>
        <pc:spChg chg="add mod">
          <ac:chgData name="Klare, Heiko" userId="d7b0efbd-a5a6-4d7d-acbc-3da3b9cc1b4b" providerId="ADAL" clId="{435B54B3-D456-485F-A3FE-5CE42B37B984}" dt="2025-02-10T10:45:18.252" v="294" actId="1076"/>
          <ac:spMkLst>
            <pc:docMk/>
            <pc:sldMk cId="4093534980" sldId="2147471086"/>
            <ac:spMk id="19" creationId="{66D8D453-EE33-BA40-6963-0E11C18EC786}"/>
          </ac:spMkLst>
        </pc:spChg>
        <pc:spChg chg="add mod ord">
          <ac:chgData name="Klare, Heiko" userId="d7b0efbd-a5a6-4d7d-acbc-3da3b9cc1b4b" providerId="ADAL" clId="{435B54B3-D456-485F-A3FE-5CE42B37B984}" dt="2025-02-10T10:46:50.944" v="339" actId="1076"/>
          <ac:spMkLst>
            <pc:docMk/>
            <pc:sldMk cId="4093534980" sldId="2147471086"/>
            <ac:spMk id="20" creationId="{A9BEBEE2-C5AD-FA28-3AA3-4E0F810A3E39}"/>
          </ac:spMkLst>
        </pc:spChg>
        <pc:spChg chg="add mod">
          <ac:chgData name="Klare, Heiko" userId="d7b0efbd-a5a6-4d7d-acbc-3da3b9cc1b4b" providerId="ADAL" clId="{435B54B3-D456-485F-A3FE-5CE42B37B984}" dt="2025-02-10T10:43:45.952" v="232" actId="3064"/>
          <ac:spMkLst>
            <pc:docMk/>
            <pc:sldMk cId="4093534980" sldId="2147471086"/>
            <ac:spMk id="21" creationId="{FECC44C9-988F-3FD5-C669-8D658C0B1C19}"/>
          </ac:spMkLst>
        </pc:spChg>
        <pc:spChg chg="add mod">
          <ac:chgData name="Klare, Heiko" userId="d7b0efbd-a5a6-4d7d-acbc-3da3b9cc1b4b" providerId="ADAL" clId="{435B54B3-D456-485F-A3FE-5CE42B37B984}" dt="2025-02-10T10:45:32.240" v="298" actId="1076"/>
          <ac:spMkLst>
            <pc:docMk/>
            <pc:sldMk cId="4093534980" sldId="2147471086"/>
            <ac:spMk id="22" creationId="{856ED6E5-9769-F3B0-E399-C70F1C6585BE}"/>
          </ac:spMkLst>
        </pc:spChg>
        <pc:spChg chg="add mod">
          <ac:chgData name="Klare, Heiko" userId="d7b0efbd-a5a6-4d7d-acbc-3da3b9cc1b4b" providerId="ADAL" clId="{435B54B3-D456-485F-A3FE-5CE42B37B984}" dt="2025-02-10T10:45:36.463" v="299" actId="1076"/>
          <ac:spMkLst>
            <pc:docMk/>
            <pc:sldMk cId="4093534980" sldId="2147471086"/>
            <ac:spMk id="23" creationId="{3D3005A4-F8B6-0184-6A6A-19DA0E8D5012}"/>
          </ac:spMkLst>
        </pc:spChg>
        <pc:spChg chg="add mod">
          <ac:chgData name="Klare, Heiko" userId="d7b0efbd-a5a6-4d7d-acbc-3da3b9cc1b4b" providerId="ADAL" clId="{435B54B3-D456-485F-A3FE-5CE42B37B984}" dt="2025-02-10T10:46:00.627" v="308" actId="1076"/>
          <ac:spMkLst>
            <pc:docMk/>
            <pc:sldMk cId="4093534980" sldId="2147471086"/>
            <ac:spMk id="26" creationId="{D133BF03-D5C2-6605-0B51-7BD362CED8FC}"/>
          </ac:spMkLst>
        </pc:spChg>
        <pc:spChg chg="add mod">
          <ac:chgData name="Klare, Heiko" userId="d7b0efbd-a5a6-4d7d-acbc-3da3b9cc1b4b" providerId="ADAL" clId="{435B54B3-D456-485F-A3FE-5CE42B37B984}" dt="2025-02-10T10:46:53.728" v="341" actId="1076"/>
          <ac:spMkLst>
            <pc:docMk/>
            <pc:sldMk cId="4093534980" sldId="2147471086"/>
            <ac:spMk id="27" creationId="{C15705A9-6597-A794-F010-2062BE70BADC}"/>
          </ac:spMkLst>
        </pc:spChg>
        <pc:picChg chg="add mod">
          <ac:chgData name="Klare, Heiko" userId="d7b0efbd-a5a6-4d7d-acbc-3da3b9cc1b4b" providerId="ADAL" clId="{435B54B3-D456-485F-A3FE-5CE42B37B984}" dt="2025-02-10T10:41:55.635" v="187" actId="1076"/>
          <ac:picMkLst>
            <pc:docMk/>
            <pc:sldMk cId="4093534980" sldId="2147471086"/>
            <ac:picMk id="7" creationId="{769FDB45-414B-1B9A-BECA-BC89D6B13A62}"/>
          </ac:picMkLst>
        </pc:picChg>
        <pc:picChg chg="add mod">
          <ac:chgData name="Klare, Heiko" userId="d7b0efbd-a5a6-4d7d-acbc-3da3b9cc1b4b" providerId="ADAL" clId="{435B54B3-D456-485F-A3FE-5CE42B37B984}" dt="2025-02-10T10:45:41.638" v="300" actId="1076"/>
          <ac:picMkLst>
            <pc:docMk/>
            <pc:sldMk cId="4093534980" sldId="2147471086"/>
            <ac:picMk id="9" creationId="{FF40B319-81CA-C04E-7D54-BFF5E2D22E32}"/>
          </ac:picMkLst>
        </pc:picChg>
        <pc:picChg chg="add mod">
          <ac:chgData name="Klare, Heiko" userId="d7b0efbd-a5a6-4d7d-acbc-3da3b9cc1b4b" providerId="ADAL" clId="{435B54B3-D456-485F-A3FE-5CE42B37B984}" dt="2025-02-10T10:46:14.933" v="319" actId="1038"/>
          <ac:picMkLst>
            <pc:docMk/>
            <pc:sldMk cId="4093534980" sldId="2147471086"/>
            <ac:picMk id="11" creationId="{39032C14-6516-4905-1CCE-352EC4BECD22}"/>
          </ac:picMkLst>
        </pc:picChg>
        <pc:picChg chg="add mod">
          <ac:chgData name="Klare, Heiko" userId="d7b0efbd-a5a6-4d7d-acbc-3da3b9cc1b4b" providerId="ADAL" clId="{435B54B3-D456-485F-A3FE-5CE42B37B984}" dt="2025-02-10T10:40:31.237" v="171"/>
          <ac:picMkLst>
            <pc:docMk/>
            <pc:sldMk cId="4093534980" sldId="2147471086"/>
            <ac:picMk id="12" creationId="{4C7FAADF-AE15-50F7-C456-DCE814566B54}"/>
          </ac:picMkLst>
        </pc:picChg>
        <pc:picChg chg="add mod">
          <ac:chgData name="Klare, Heiko" userId="d7b0efbd-a5a6-4d7d-acbc-3da3b9cc1b4b" providerId="ADAL" clId="{435B54B3-D456-485F-A3FE-5CE42B37B984}" dt="2025-02-10T10:40:31.237" v="171"/>
          <ac:picMkLst>
            <pc:docMk/>
            <pc:sldMk cId="4093534980" sldId="2147471086"/>
            <ac:picMk id="13" creationId="{8CD9A04C-78B9-06CD-A5F8-C021AF830865}"/>
          </ac:picMkLst>
        </pc:picChg>
        <pc:picChg chg="add mod">
          <ac:chgData name="Klare, Heiko" userId="d7b0efbd-a5a6-4d7d-acbc-3da3b9cc1b4b" providerId="ADAL" clId="{435B54B3-D456-485F-A3FE-5CE42B37B984}" dt="2025-02-10T10:44:59.916" v="283" actId="1076"/>
          <ac:picMkLst>
            <pc:docMk/>
            <pc:sldMk cId="4093534980" sldId="2147471086"/>
            <ac:picMk id="24" creationId="{A2CE08FD-3BB2-5C7D-0888-6617BB1C1D0E}"/>
          </ac:picMkLst>
        </pc:picChg>
        <pc:picChg chg="add mod">
          <ac:chgData name="Klare, Heiko" userId="d7b0efbd-a5a6-4d7d-acbc-3da3b9cc1b4b" providerId="ADAL" clId="{435B54B3-D456-485F-A3FE-5CE42B37B984}" dt="2025-02-10T10:45:02.713" v="284" actId="1076"/>
          <ac:picMkLst>
            <pc:docMk/>
            <pc:sldMk cId="4093534980" sldId="2147471086"/>
            <ac:picMk id="25" creationId="{A13C536E-16D5-406B-4788-AA8E42330D50}"/>
          </ac:picMkLst>
        </pc:picChg>
      </pc:sldChg>
      <pc:sldChg chg="addSp delSp modSp add mod ord">
        <pc:chgData name="Klare, Heiko" userId="d7b0efbd-a5a6-4d7d-acbc-3da3b9cc1b4b" providerId="ADAL" clId="{435B54B3-D456-485F-A3FE-5CE42B37B984}" dt="2025-02-10T14:47:05.082" v="2321"/>
        <pc:sldMkLst>
          <pc:docMk/>
          <pc:sldMk cId="4248428238" sldId="2147471087"/>
        </pc:sldMkLst>
        <pc:spChg chg="add del mod">
          <ac:chgData name="Klare, Heiko" userId="d7b0efbd-a5a6-4d7d-acbc-3da3b9cc1b4b" providerId="ADAL" clId="{435B54B3-D456-485F-A3FE-5CE42B37B984}" dt="2025-02-10T10:59:08.176" v="1372" actId="20577"/>
          <ac:spMkLst>
            <pc:docMk/>
            <pc:sldMk cId="4248428238" sldId="2147471087"/>
            <ac:spMk id="2" creationId="{11734438-0553-4C8D-1A0A-91B43BF65D7D}"/>
          </ac:spMkLst>
        </pc:spChg>
        <pc:picChg chg="mod">
          <ac:chgData name="Klare, Heiko" userId="d7b0efbd-a5a6-4d7d-acbc-3da3b9cc1b4b" providerId="ADAL" clId="{435B54B3-D456-485F-A3FE-5CE42B37B984}" dt="2025-02-10T10:58:59.853" v="1351" actId="1076"/>
          <ac:picMkLst>
            <pc:docMk/>
            <pc:sldMk cId="4248428238" sldId="2147471087"/>
            <ac:picMk id="9" creationId="{A27010CA-E3AB-A72E-FACF-76F9555A7C91}"/>
          </ac:picMkLst>
        </pc:picChg>
        <pc:picChg chg="mod">
          <ac:chgData name="Klare, Heiko" userId="d7b0efbd-a5a6-4d7d-acbc-3da3b9cc1b4b" providerId="ADAL" clId="{435B54B3-D456-485F-A3FE-5CE42B37B984}" dt="2025-02-10T10:59:01.362" v="1352" actId="1076"/>
          <ac:picMkLst>
            <pc:docMk/>
            <pc:sldMk cId="4248428238" sldId="2147471087"/>
            <ac:picMk id="12" creationId="{0239777B-DA28-EFB8-8EA1-9BF2D92656E7}"/>
          </ac:picMkLst>
        </pc:picChg>
      </pc:sldChg>
      <pc:sldChg chg="modSp new mod">
        <pc:chgData name="Klare, Heiko" userId="d7b0efbd-a5a6-4d7d-acbc-3da3b9cc1b4b" providerId="ADAL" clId="{435B54B3-D456-485F-A3FE-5CE42B37B984}" dt="2025-02-10T10:51:45.880" v="906" actId="20577"/>
        <pc:sldMkLst>
          <pc:docMk/>
          <pc:sldMk cId="3709844624" sldId="2147471088"/>
        </pc:sldMkLst>
        <pc:spChg chg="mod">
          <ac:chgData name="Klare, Heiko" userId="d7b0efbd-a5a6-4d7d-acbc-3da3b9cc1b4b" providerId="ADAL" clId="{435B54B3-D456-485F-A3FE-5CE42B37B984}" dt="2025-02-10T10:47:15.566" v="356" actId="20577"/>
          <ac:spMkLst>
            <pc:docMk/>
            <pc:sldMk cId="3709844624" sldId="2147471088"/>
            <ac:spMk id="2" creationId="{A62388D1-2A01-214C-F4EE-9C40951D27B4}"/>
          </ac:spMkLst>
        </pc:spChg>
        <pc:spChg chg="mod">
          <ac:chgData name="Klare, Heiko" userId="d7b0efbd-a5a6-4d7d-acbc-3da3b9cc1b4b" providerId="ADAL" clId="{435B54B3-D456-485F-A3FE-5CE42B37B984}" dt="2025-02-10T10:51:45.880" v="906" actId="20577"/>
          <ac:spMkLst>
            <pc:docMk/>
            <pc:sldMk cId="3709844624" sldId="2147471088"/>
            <ac:spMk id="3" creationId="{5F9BC121-C732-0795-39B1-35B6BA23CF88}"/>
          </ac:spMkLst>
        </pc:spChg>
      </pc:sldChg>
      <pc:sldChg chg="addSp modSp new mod modAnim">
        <pc:chgData name="Klare, Heiko" userId="d7b0efbd-a5a6-4d7d-acbc-3da3b9cc1b4b" providerId="ADAL" clId="{435B54B3-D456-485F-A3FE-5CE42B37B984}" dt="2025-02-13T12:40:13.925" v="3309" actId="20577"/>
        <pc:sldMkLst>
          <pc:docMk/>
          <pc:sldMk cId="152387452" sldId="2147471089"/>
        </pc:sldMkLst>
        <pc:spChg chg="mod">
          <ac:chgData name="Klare, Heiko" userId="d7b0efbd-a5a6-4d7d-acbc-3da3b9cc1b4b" providerId="ADAL" clId="{435B54B3-D456-485F-A3FE-5CE42B37B984}" dt="2025-02-10T10:51:56.592" v="922" actId="20577"/>
          <ac:spMkLst>
            <pc:docMk/>
            <pc:sldMk cId="152387452" sldId="2147471089"/>
            <ac:spMk id="2" creationId="{FC768D5A-D057-F53A-0840-45FC240E12DA}"/>
          </ac:spMkLst>
        </pc:spChg>
        <pc:spChg chg="mod">
          <ac:chgData name="Klare, Heiko" userId="d7b0efbd-a5a6-4d7d-acbc-3da3b9cc1b4b" providerId="ADAL" clId="{435B54B3-D456-485F-A3FE-5CE42B37B984}" dt="2025-02-10T14:48:32.780" v="2325" actId="20577"/>
          <ac:spMkLst>
            <pc:docMk/>
            <pc:sldMk cId="152387452" sldId="2147471089"/>
            <ac:spMk id="3" creationId="{44EFB17C-376B-8CAB-121A-4101C45CBF72}"/>
          </ac:spMkLst>
        </pc:spChg>
        <pc:spChg chg="add mod">
          <ac:chgData name="Klare, Heiko" userId="d7b0efbd-a5a6-4d7d-acbc-3da3b9cc1b4b" providerId="ADAL" clId="{435B54B3-D456-485F-A3FE-5CE42B37B984}" dt="2025-02-13T12:40:13.925" v="3309" actId="20577"/>
          <ac:spMkLst>
            <pc:docMk/>
            <pc:sldMk cId="152387452" sldId="2147471089"/>
            <ac:spMk id="7" creationId="{8AC65DE1-B247-6BC0-453B-3687A050AE60}"/>
          </ac:spMkLst>
        </pc:spChg>
        <pc:spChg chg="add mod">
          <ac:chgData name="Klare, Heiko" userId="d7b0efbd-a5a6-4d7d-acbc-3da3b9cc1b4b" providerId="ADAL" clId="{435B54B3-D456-485F-A3FE-5CE42B37B984}" dt="2025-02-10T15:38:47.584" v="2482" actId="14100"/>
          <ac:spMkLst>
            <pc:docMk/>
            <pc:sldMk cId="152387452" sldId="2147471089"/>
            <ac:spMk id="8" creationId="{8205FE6D-847C-E5A6-155C-1B11A8ED461A}"/>
          </ac:spMkLst>
        </pc:spChg>
      </pc:sldChg>
      <pc:sldChg chg="modSp new mod modAnim">
        <pc:chgData name="Klare, Heiko" userId="d7b0efbd-a5a6-4d7d-acbc-3da3b9cc1b4b" providerId="ADAL" clId="{435B54B3-D456-485F-A3FE-5CE42B37B984}" dt="2025-02-12T08:38:06.959" v="3304"/>
        <pc:sldMkLst>
          <pc:docMk/>
          <pc:sldMk cId="1665566411" sldId="2147471090"/>
        </pc:sldMkLst>
        <pc:spChg chg="mod">
          <ac:chgData name="Klare, Heiko" userId="d7b0efbd-a5a6-4d7d-acbc-3da3b9cc1b4b" providerId="ADAL" clId="{435B54B3-D456-485F-A3FE-5CE42B37B984}" dt="2025-02-10T12:52:24.520" v="1430" actId="20577"/>
          <ac:spMkLst>
            <pc:docMk/>
            <pc:sldMk cId="1665566411" sldId="2147471090"/>
            <ac:spMk id="2" creationId="{16A2C446-6871-FDC9-BD34-677E6F7896F9}"/>
          </ac:spMkLst>
        </pc:spChg>
        <pc:spChg chg="mod">
          <ac:chgData name="Klare, Heiko" userId="d7b0efbd-a5a6-4d7d-acbc-3da3b9cc1b4b" providerId="ADAL" clId="{435B54B3-D456-485F-A3FE-5CE42B37B984}" dt="2025-02-10T15:44:04.074" v="2772" actId="20577"/>
          <ac:spMkLst>
            <pc:docMk/>
            <pc:sldMk cId="1665566411" sldId="2147471090"/>
            <ac:spMk id="3" creationId="{6E24DDDB-202E-81CE-4968-702232F5AE05}"/>
          </ac:spMkLst>
        </pc:spChg>
      </pc:sldChg>
      <pc:sldChg chg="addSp modSp new mod modAnim">
        <pc:chgData name="Klare, Heiko" userId="d7b0efbd-a5a6-4d7d-acbc-3da3b9cc1b4b" providerId="ADAL" clId="{435B54B3-D456-485F-A3FE-5CE42B37B984}" dt="2025-02-10T15:50:28.898" v="3303"/>
        <pc:sldMkLst>
          <pc:docMk/>
          <pc:sldMk cId="1654688570" sldId="2147471091"/>
        </pc:sldMkLst>
        <pc:spChg chg="mod">
          <ac:chgData name="Klare, Heiko" userId="d7b0efbd-a5a6-4d7d-acbc-3da3b9cc1b4b" providerId="ADAL" clId="{435B54B3-D456-485F-A3FE-5CE42B37B984}" dt="2025-02-10T15:44:14.768" v="2793" actId="20577"/>
          <ac:spMkLst>
            <pc:docMk/>
            <pc:sldMk cId="1654688570" sldId="2147471091"/>
            <ac:spMk id="2" creationId="{FEA72CB4-4B40-E0C2-3331-B914D73BB212}"/>
          </ac:spMkLst>
        </pc:spChg>
        <pc:spChg chg="mod">
          <ac:chgData name="Klare, Heiko" userId="d7b0efbd-a5a6-4d7d-acbc-3da3b9cc1b4b" providerId="ADAL" clId="{435B54B3-D456-485F-A3FE-5CE42B37B984}" dt="2025-02-10T15:50:13.323" v="3301" actId="1037"/>
          <ac:spMkLst>
            <pc:docMk/>
            <pc:sldMk cId="1654688570" sldId="2147471091"/>
            <ac:spMk id="3" creationId="{6380DC86-6293-BDC7-3521-735ED1DCC3F5}"/>
          </ac:spMkLst>
        </pc:spChg>
        <pc:spChg chg="mod">
          <ac:chgData name="Klare, Heiko" userId="d7b0efbd-a5a6-4d7d-acbc-3da3b9cc1b4b" providerId="ADAL" clId="{435B54B3-D456-485F-A3FE-5CE42B37B984}" dt="2025-02-10T15:49:10.363" v="3275" actId="1076"/>
          <ac:spMkLst>
            <pc:docMk/>
            <pc:sldMk cId="1654688570" sldId="2147471091"/>
            <ac:spMk id="6" creationId="{02129C8F-60DD-4FA2-EBC6-91F2807D9A68}"/>
          </ac:spMkLst>
        </pc:spChg>
        <pc:spChg chg="add mod">
          <ac:chgData name="Klare, Heiko" userId="d7b0efbd-a5a6-4d7d-acbc-3da3b9cc1b4b" providerId="ADAL" clId="{435B54B3-D456-485F-A3FE-5CE42B37B984}" dt="2025-02-10T15:45:35.857" v="2852" actId="403"/>
          <ac:spMkLst>
            <pc:docMk/>
            <pc:sldMk cId="1654688570" sldId="2147471091"/>
            <ac:spMk id="9" creationId="{2251166D-E37C-CFAF-D2EE-C1AC762ED012}"/>
          </ac:spMkLst>
        </pc:spChg>
        <pc:spChg chg="add mod">
          <ac:chgData name="Klare, Heiko" userId="d7b0efbd-a5a6-4d7d-acbc-3da3b9cc1b4b" providerId="ADAL" clId="{435B54B3-D456-485F-A3FE-5CE42B37B984}" dt="2025-02-10T15:50:11.173" v="3293" actId="1076"/>
          <ac:spMkLst>
            <pc:docMk/>
            <pc:sldMk cId="1654688570" sldId="2147471091"/>
            <ac:spMk id="10" creationId="{A61C06A7-287C-FB46-1D8A-2C7728F9FF4D}"/>
          </ac:spMkLst>
        </pc:spChg>
        <pc:picChg chg="add mod">
          <ac:chgData name="Klare, Heiko" userId="d7b0efbd-a5a6-4d7d-acbc-3da3b9cc1b4b" providerId="ADAL" clId="{435B54B3-D456-485F-A3FE-5CE42B37B984}" dt="2025-02-10T15:50:20.654" v="3302" actId="1076"/>
          <ac:picMkLst>
            <pc:docMk/>
            <pc:sldMk cId="1654688570" sldId="2147471091"/>
            <ac:picMk id="8" creationId="{A0DFA85A-FAC4-F673-73D6-8F496C63D1B5}"/>
          </ac:picMkLst>
        </pc:picChg>
      </pc:sldChg>
      <pc:sldMasterChg chg="delSldLayout">
        <pc:chgData name="Klare, Heiko" userId="d7b0efbd-a5a6-4d7d-acbc-3da3b9cc1b4b" providerId="ADAL" clId="{435B54B3-D456-485F-A3FE-5CE42B37B984}" dt="2025-02-10T10:47:00.086" v="342" actId="47"/>
        <pc:sldMasterMkLst>
          <pc:docMk/>
          <pc:sldMasterMk cId="3619477255" sldId="2147484014"/>
        </pc:sldMasterMkLst>
        <pc:sldLayoutChg chg="del">
          <pc:chgData name="Klare, Heiko" userId="d7b0efbd-a5a6-4d7d-acbc-3da3b9cc1b4b" providerId="ADAL" clId="{435B54B3-D456-485F-A3FE-5CE42B37B984}" dt="2025-02-10T10:47:00.086" v="342" actId="47"/>
          <pc:sldLayoutMkLst>
            <pc:docMk/>
            <pc:sldMasterMk cId="3619477255" sldId="2147484014"/>
            <pc:sldLayoutMk cId="651173891" sldId="2147484028"/>
          </pc:sldLayoutMkLst>
        </pc:sldLayoutChg>
      </pc:sldMasterChg>
    </pc:docChg>
  </pc:docChgLst>
  <pc:docChgLst>
    <pc:chgData name="Heiko Klare" userId="d7b0efbd-a5a6-4d7d-acbc-3da3b9cc1b4b" providerId="ADAL" clId="{42BB5D34-7A67-42A0-868D-31A53ECA7E37}"/>
    <pc:docChg chg="undo redo custSel addSld delSld modSld sldOrd addSection modSection">
      <pc:chgData name="Heiko Klare" userId="d7b0efbd-a5a6-4d7d-acbc-3da3b9cc1b4b" providerId="ADAL" clId="{42BB5D34-7A67-42A0-868D-31A53ECA7E37}" dt="2024-05-14T14:03:00.684" v="15736" actId="114"/>
      <pc:docMkLst>
        <pc:docMk/>
      </pc:docMkLst>
      <pc:sldChg chg="delSp modSp mod">
        <pc:chgData name="Heiko Klare" userId="d7b0efbd-a5a6-4d7d-acbc-3da3b9cc1b4b" providerId="ADAL" clId="{42BB5D34-7A67-42A0-868D-31A53ECA7E37}" dt="2024-05-14T14:03:00.684" v="15736" actId="114"/>
        <pc:sldMkLst>
          <pc:docMk/>
          <pc:sldMk cId="2923351067" sldId="256"/>
        </pc:sldMkLst>
      </pc:sldChg>
      <pc:sldChg chg="addSp delSp modSp mod">
        <pc:chgData name="Heiko Klare" userId="d7b0efbd-a5a6-4d7d-acbc-3da3b9cc1b4b" providerId="ADAL" clId="{42BB5D34-7A67-42A0-868D-31A53ECA7E37}" dt="2024-05-14T13:09:57.231" v="14483" actId="1038"/>
        <pc:sldMkLst>
          <pc:docMk/>
          <pc:sldMk cId="3709952236" sldId="257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3T16:49:42.844" v="6634" actId="27636"/>
        <pc:sldMkLst>
          <pc:docMk/>
          <pc:sldMk cId="1335586771" sldId="343"/>
        </pc:sldMkLst>
      </pc:sldChg>
      <pc:sldChg chg="addSp delSp modSp add mod modClrScheme modShow chgLayout">
        <pc:chgData name="Heiko Klare" userId="d7b0efbd-a5a6-4d7d-acbc-3da3b9cc1b4b" providerId="ADAL" clId="{42BB5D34-7A67-42A0-868D-31A53ECA7E37}" dt="2024-05-13T16:55:19.001" v="6972" actId="20577"/>
        <pc:sldMkLst>
          <pc:docMk/>
          <pc:sldMk cId="3710079509" sldId="361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4T13:44:49.110" v="15518" actId="478"/>
        <pc:sldMkLst>
          <pc:docMk/>
          <pc:sldMk cId="3503675281" sldId="364"/>
        </pc:sldMkLst>
      </pc:sldChg>
      <pc:sldChg chg="addSp delSp modSp add del mod modClrScheme chgLayout">
        <pc:chgData name="Heiko Klare" userId="d7b0efbd-a5a6-4d7d-acbc-3da3b9cc1b4b" providerId="ADAL" clId="{42BB5D34-7A67-42A0-868D-31A53ECA7E37}" dt="2024-05-13T16:35:30.078" v="6212" actId="47"/>
        <pc:sldMkLst>
          <pc:docMk/>
          <pc:sldMk cId="1036469609" sldId="367"/>
        </pc:sldMkLst>
      </pc:sldChg>
      <pc:sldChg chg="addSp delSp modSp add del mod modClrScheme chgLayout">
        <pc:chgData name="Heiko Klare" userId="d7b0efbd-a5a6-4d7d-acbc-3da3b9cc1b4b" providerId="ADAL" clId="{42BB5D34-7A67-42A0-868D-31A53ECA7E37}" dt="2024-05-13T16:29:30.421" v="5961" actId="47"/>
        <pc:sldMkLst>
          <pc:docMk/>
          <pc:sldMk cId="219761377" sldId="368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3T16:42:42.298" v="6464" actId="14100"/>
        <pc:sldMkLst>
          <pc:docMk/>
          <pc:sldMk cId="1095989714" sldId="369"/>
        </pc:sldMkLst>
      </pc:sldChg>
      <pc:sldChg chg="ord">
        <pc:chgData name="Heiko Klare" userId="d7b0efbd-a5a6-4d7d-acbc-3da3b9cc1b4b" providerId="ADAL" clId="{42BB5D34-7A67-42A0-868D-31A53ECA7E37}" dt="2024-05-14T13:39:06.268" v="15375"/>
        <pc:sldMkLst>
          <pc:docMk/>
          <pc:sldMk cId="1434739891" sldId="372"/>
        </pc:sldMkLst>
      </pc:sldChg>
      <pc:sldChg chg="addSp delSp modSp mod ord chgLayout">
        <pc:chgData name="Heiko Klare" userId="d7b0efbd-a5a6-4d7d-acbc-3da3b9cc1b4b" providerId="ADAL" clId="{42BB5D34-7A67-42A0-868D-31A53ECA7E37}" dt="2024-05-14T13:40:17.428" v="15382" actId="20577"/>
        <pc:sldMkLst>
          <pc:docMk/>
          <pc:sldMk cId="2313337080" sldId="373"/>
        </pc:sldMkLst>
      </pc:sldChg>
      <pc:sldChg chg="modSp mod">
        <pc:chgData name="Heiko Klare" userId="d7b0efbd-a5a6-4d7d-acbc-3da3b9cc1b4b" providerId="ADAL" clId="{42BB5D34-7A67-42A0-868D-31A53ECA7E37}" dt="2024-05-13T10:53:42.650" v="41" actId="6549"/>
        <pc:sldMkLst>
          <pc:docMk/>
          <pc:sldMk cId="2203178910" sldId="379"/>
        </pc:sldMkLst>
      </pc:sldChg>
      <pc:sldChg chg="addSp delSp modSp add del mod modClrScheme delAnim chgLayout">
        <pc:chgData name="Heiko Klare" userId="d7b0efbd-a5a6-4d7d-acbc-3da3b9cc1b4b" providerId="ADAL" clId="{42BB5D34-7A67-42A0-868D-31A53ECA7E37}" dt="2024-05-13T11:08:12.794" v="973" actId="47"/>
        <pc:sldMkLst>
          <pc:docMk/>
          <pc:sldMk cId="2792517751" sldId="381"/>
        </pc:sldMkLst>
      </pc:sldChg>
      <pc:sldChg chg="modSp add del mod">
        <pc:chgData name="Heiko Klare" userId="d7b0efbd-a5a6-4d7d-acbc-3da3b9cc1b4b" providerId="ADAL" clId="{42BB5D34-7A67-42A0-868D-31A53ECA7E37}" dt="2024-05-13T11:20:13.039" v="1109" actId="47"/>
        <pc:sldMkLst>
          <pc:docMk/>
          <pc:sldMk cId="969519483" sldId="396"/>
        </pc:sldMkLst>
      </pc:sldChg>
      <pc:sldChg chg="addSp delSp modSp add mod ord modClrScheme chgLayout">
        <pc:chgData name="Heiko Klare" userId="d7b0efbd-a5a6-4d7d-acbc-3da3b9cc1b4b" providerId="ADAL" clId="{42BB5D34-7A67-42A0-868D-31A53ECA7E37}" dt="2024-05-14T13:12:52.281" v="14503" actId="207"/>
        <pc:sldMkLst>
          <pc:docMk/>
          <pc:sldMk cId="546922839" sldId="407"/>
        </pc:sldMkLst>
      </pc:sldChg>
      <pc:sldChg chg="modSp add del mod">
        <pc:chgData name="Heiko Klare" userId="d7b0efbd-a5a6-4d7d-acbc-3da3b9cc1b4b" providerId="ADAL" clId="{42BB5D34-7A67-42A0-868D-31A53ECA7E37}" dt="2024-05-13T11:28:24.208" v="1363" actId="47"/>
        <pc:sldMkLst>
          <pc:docMk/>
          <pc:sldMk cId="3131950534" sldId="411"/>
        </pc:sldMkLst>
      </pc:sldChg>
      <pc:sldChg chg="addSp delSp modSp add mod ord modClrScheme chgLayout">
        <pc:chgData name="Heiko Klare" userId="d7b0efbd-a5a6-4d7d-acbc-3da3b9cc1b4b" providerId="ADAL" clId="{42BB5D34-7A67-42A0-868D-31A53ECA7E37}" dt="2024-05-13T11:26:16.494" v="1277" actId="20577"/>
        <pc:sldMkLst>
          <pc:docMk/>
          <pc:sldMk cId="3010754092" sldId="413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4T13:43:46.724" v="15503" actId="20577"/>
        <pc:sldMkLst>
          <pc:docMk/>
          <pc:sldMk cId="1391992310" sldId="415"/>
        </pc:sldMkLst>
      </pc:sldChg>
      <pc:sldChg chg="del">
        <pc:chgData name="Heiko Klare" userId="d7b0efbd-a5a6-4d7d-acbc-3da3b9cc1b4b" providerId="ADAL" clId="{42BB5D34-7A67-42A0-868D-31A53ECA7E37}" dt="2024-05-13T13:19:24.987" v="1943" actId="47"/>
        <pc:sldMkLst>
          <pc:docMk/>
          <pc:sldMk cId="3172994187" sldId="419"/>
        </pc:sldMkLst>
      </pc:sldChg>
      <pc:sldChg chg="addSp delSp modSp mod">
        <pc:chgData name="Heiko Klare" userId="d7b0efbd-a5a6-4d7d-acbc-3da3b9cc1b4b" providerId="ADAL" clId="{42BB5D34-7A67-42A0-868D-31A53ECA7E37}" dt="2024-05-14T13:11:07.860" v="14499" actId="948"/>
        <pc:sldMkLst>
          <pc:docMk/>
          <pc:sldMk cId="3053521311" sldId="420"/>
        </pc:sldMkLst>
      </pc:sldChg>
      <pc:sldChg chg="modSp mod">
        <pc:chgData name="Heiko Klare" userId="d7b0efbd-a5a6-4d7d-acbc-3da3b9cc1b4b" providerId="ADAL" clId="{42BB5D34-7A67-42A0-868D-31A53ECA7E37}" dt="2024-05-14T11:22:48.785" v="8072" actId="6549"/>
        <pc:sldMkLst>
          <pc:docMk/>
          <pc:sldMk cId="2312447777" sldId="422"/>
        </pc:sldMkLst>
      </pc:sldChg>
      <pc:sldChg chg="modSp mod">
        <pc:chgData name="Heiko Klare" userId="d7b0efbd-a5a6-4d7d-acbc-3da3b9cc1b4b" providerId="ADAL" clId="{42BB5D34-7A67-42A0-868D-31A53ECA7E37}" dt="2024-05-14T11:23:00.355" v="8086" actId="6549"/>
        <pc:sldMkLst>
          <pc:docMk/>
          <pc:sldMk cId="4152693700" sldId="423"/>
        </pc:sldMkLst>
      </pc:sldChg>
      <pc:sldChg chg="new del">
        <pc:chgData name="Heiko Klare" userId="d7b0efbd-a5a6-4d7d-acbc-3da3b9cc1b4b" providerId="ADAL" clId="{42BB5D34-7A67-42A0-868D-31A53ECA7E37}" dt="2024-05-13T11:08:14.767" v="974" actId="47"/>
        <pc:sldMkLst>
          <pc:docMk/>
          <pc:sldMk cId="1327380322" sldId="424"/>
        </pc:sldMkLst>
      </pc:sldChg>
      <pc:sldChg chg="addSp delSp modSp new del mod modClrScheme chgLayout">
        <pc:chgData name="Heiko Klare" userId="d7b0efbd-a5a6-4d7d-acbc-3da3b9cc1b4b" providerId="ADAL" clId="{42BB5D34-7A67-42A0-868D-31A53ECA7E37}" dt="2024-05-13T16:36:51.362" v="6312" actId="47"/>
        <pc:sldMkLst>
          <pc:docMk/>
          <pc:sldMk cId="2623025007" sldId="425"/>
        </pc:sldMkLst>
      </pc:sldChg>
      <pc:sldChg chg="modSp new del mod">
        <pc:chgData name="Heiko Klare" userId="d7b0efbd-a5a6-4d7d-acbc-3da3b9cc1b4b" providerId="ADAL" clId="{42BB5D34-7A67-42A0-868D-31A53ECA7E37}" dt="2024-05-13T16:36:53.015" v="6313" actId="47"/>
        <pc:sldMkLst>
          <pc:docMk/>
          <pc:sldMk cId="3400191363" sldId="426"/>
        </pc:sldMkLst>
      </pc:sldChg>
      <pc:sldChg chg="addSp delSp modSp new mod chgLayout">
        <pc:chgData name="Heiko Klare" userId="d7b0efbd-a5a6-4d7d-acbc-3da3b9cc1b4b" providerId="ADAL" clId="{42BB5D34-7A67-42A0-868D-31A53ECA7E37}" dt="2024-05-14T13:43:06.427" v="15494" actId="948"/>
        <pc:sldMkLst>
          <pc:docMk/>
          <pc:sldMk cId="1969859979" sldId="427"/>
        </pc:sldMkLst>
      </pc:sldChg>
      <pc:sldChg chg="modSp add del mod">
        <pc:chgData name="Heiko Klare" userId="d7b0efbd-a5a6-4d7d-acbc-3da3b9cc1b4b" providerId="ADAL" clId="{42BB5D34-7A67-42A0-868D-31A53ECA7E37}" dt="2024-05-13T11:24:58.510" v="1191" actId="47"/>
        <pc:sldMkLst>
          <pc:docMk/>
          <pc:sldMk cId="4075910488" sldId="428"/>
        </pc:sldMkLst>
      </pc:sldChg>
      <pc:sldChg chg="modSp add del mod ord">
        <pc:chgData name="Heiko Klare" userId="d7b0efbd-a5a6-4d7d-acbc-3da3b9cc1b4b" providerId="ADAL" clId="{42BB5D34-7A67-42A0-868D-31A53ECA7E37}" dt="2024-05-13T11:24:54.666" v="1190" actId="47"/>
        <pc:sldMkLst>
          <pc:docMk/>
          <pc:sldMk cId="218683848" sldId="429"/>
        </pc:sldMkLst>
      </pc:sldChg>
      <pc:sldChg chg="addSp delSp modSp add mod modClrScheme chgLayout">
        <pc:chgData name="Heiko Klare" userId="d7b0efbd-a5a6-4d7d-acbc-3da3b9cc1b4b" providerId="ADAL" clId="{42BB5D34-7A67-42A0-868D-31A53ECA7E37}" dt="2024-05-13T11:34:25.262" v="1841" actId="700"/>
        <pc:sldMkLst>
          <pc:docMk/>
          <pc:sldMk cId="1429424980" sldId="430"/>
        </pc:sldMkLst>
      </pc:sldChg>
      <pc:sldChg chg="addSp delSp modSp add mod ord chgLayout">
        <pc:chgData name="Heiko Klare" userId="d7b0efbd-a5a6-4d7d-acbc-3da3b9cc1b4b" providerId="ADAL" clId="{42BB5D34-7A67-42A0-868D-31A53ECA7E37}" dt="2024-05-13T11:28:21.880" v="1362" actId="14100"/>
        <pc:sldMkLst>
          <pc:docMk/>
          <pc:sldMk cId="465945736" sldId="431"/>
        </pc:sldMkLst>
      </pc:sldChg>
      <pc:sldChg chg="addSp delSp modSp new mod modClrScheme chgLayout">
        <pc:chgData name="Heiko Klare" userId="d7b0efbd-a5a6-4d7d-acbc-3da3b9cc1b4b" providerId="ADAL" clId="{42BB5D34-7A67-42A0-868D-31A53ECA7E37}" dt="2024-05-14T13:46:31.917" v="15548" actId="1036"/>
        <pc:sldMkLst>
          <pc:docMk/>
          <pc:sldMk cId="1348539917" sldId="432"/>
        </pc:sldMkLst>
      </pc:sldChg>
      <pc:sldChg chg="addSp delSp modSp new mod modClrScheme modAnim chgLayout">
        <pc:chgData name="Heiko Klare" userId="d7b0efbd-a5a6-4d7d-acbc-3da3b9cc1b4b" providerId="ADAL" clId="{42BB5D34-7A67-42A0-868D-31A53ECA7E37}" dt="2024-05-14T13:13:45.306" v="14514"/>
        <pc:sldMkLst>
          <pc:docMk/>
          <pc:sldMk cId="3294446361" sldId="433"/>
        </pc:sldMkLst>
      </pc:sldChg>
      <pc:sldChg chg="addSp delSp modSp new mod modAnim">
        <pc:chgData name="Heiko Klare" userId="d7b0efbd-a5a6-4d7d-acbc-3da3b9cc1b4b" providerId="ADAL" clId="{42BB5D34-7A67-42A0-868D-31A53ECA7E37}" dt="2024-05-14T13:14:45.183" v="14532" actId="20577"/>
        <pc:sldMkLst>
          <pc:docMk/>
          <pc:sldMk cId="1521127510" sldId="434"/>
        </pc:sldMkLst>
      </pc:sldChg>
      <pc:sldChg chg="addSp delSp modSp new mod">
        <pc:chgData name="Heiko Klare" userId="d7b0efbd-a5a6-4d7d-acbc-3da3b9cc1b4b" providerId="ADAL" clId="{42BB5D34-7A67-42A0-868D-31A53ECA7E37}" dt="2024-05-14T13:50:15.197" v="15670" actId="404"/>
        <pc:sldMkLst>
          <pc:docMk/>
          <pc:sldMk cId="1531167833" sldId="435"/>
        </pc:sldMkLst>
      </pc:sldChg>
      <pc:sldChg chg="addSp delSp modSp new mod modClrScheme modAnim chgLayout">
        <pc:chgData name="Heiko Klare" userId="d7b0efbd-a5a6-4d7d-acbc-3da3b9cc1b4b" providerId="ADAL" clId="{42BB5D34-7A67-42A0-868D-31A53ECA7E37}" dt="2024-05-14T13:44:09.483" v="15506"/>
        <pc:sldMkLst>
          <pc:docMk/>
          <pc:sldMk cId="2397847782" sldId="436"/>
        </pc:sldMkLst>
      </pc:sldChg>
      <pc:sldChg chg="addSp modSp new del mod">
        <pc:chgData name="Heiko Klare" userId="d7b0efbd-a5a6-4d7d-acbc-3da3b9cc1b4b" providerId="ADAL" clId="{42BB5D34-7A67-42A0-868D-31A53ECA7E37}" dt="2024-05-13T16:05:32.873" v="4867" actId="47"/>
        <pc:sldMkLst>
          <pc:docMk/>
          <pc:sldMk cId="2635421544" sldId="437"/>
        </pc:sldMkLst>
      </pc:sldChg>
      <pc:sldChg chg="addSp delSp modSp new mod">
        <pc:chgData name="Heiko Klare" userId="d7b0efbd-a5a6-4d7d-acbc-3da3b9cc1b4b" providerId="ADAL" clId="{42BB5D34-7A67-42A0-868D-31A53ECA7E37}" dt="2024-05-14T13:44:38.609" v="15517" actId="3064"/>
        <pc:sldMkLst>
          <pc:docMk/>
          <pc:sldMk cId="63483211" sldId="438"/>
        </pc:sldMkLst>
      </pc:sldChg>
      <pc:sldChg chg="addSp delSp modSp add mod">
        <pc:chgData name="Heiko Klare" userId="d7b0efbd-a5a6-4d7d-acbc-3da3b9cc1b4b" providerId="ADAL" clId="{42BB5D34-7A67-42A0-868D-31A53ECA7E37}" dt="2024-05-13T16:29:26.414" v="5960" actId="14100"/>
        <pc:sldMkLst>
          <pc:docMk/>
          <pc:sldMk cId="3246120669" sldId="439"/>
        </pc:sldMkLst>
      </pc:sldChg>
      <pc:sldChg chg="addSp delSp modSp add mod">
        <pc:chgData name="Heiko Klare" userId="d7b0efbd-a5a6-4d7d-acbc-3da3b9cc1b4b" providerId="ADAL" clId="{42BB5D34-7A67-42A0-868D-31A53ECA7E37}" dt="2024-05-13T16:36:48.978" v="6311" actId="20577"/>
        <pc:sldMkLst>
          <pc:docMk/>
          <pc:sldMk cId="718688452" sldId="440"/>
        </pc:sldMkLst>
      </pc:sldChg>
      <pc:sldChg chg="add del">
        <pc:chgData name="Heiko Klare" userId="d7b0efbd-a5a6-4d7d-acbc-3da3b9cc1b4b" providerId="ADAL" clId="{42BB5D34-7A67-42A0-868D-31A53ECA7E37}" dt="2024-05-13T16:19:49.836" v="5555"/>
        <pc:sldMkLst>
          <pc:docMk/>
          <pc:sldMk cId="1697774797" sldId="440"/>
        </pc:sldMkLst>
      </pc:sldChg>
      <pc:sldChg chg="addSp delSp modSp new mod modAnim">
        <pc:chgData name="Heiko Klare" userId="d7b0efbd-a5a6-4d7d-acbc-3da3b9cc1b4b" providerId="ADAL" clId="{42BB5D34-7A67-42A0-868D-31A53ECA7E37}" dt="2024-05-14T13:50:37.952" v="15681" actId="1035"/>
        <pc:sldMkLst>
          <pc:docMk/>
          <pc:sldMk cId="2381316480" sldId="441"/>
        </pc:sldMkLst>
      </pc:sldChg>
      <pc:sldChg chg="addSp delSp modSp new mod modClrScheme chgLayout">
        <pc:chgData name="Heiko Klare" userId="d7b0efbd-a5a6-4d7d-acbc-3da3b9cc1b4b" providerId="ADAL" clId="{42BB5D34-7A67-42A0-868D-31A53ECA7E37}" dt="2024-05-13T16:43:05.316" v="6514" actId="20577"/>
        <pc:sldMkLst>
          <pc:docMk/>
          <pc:sldMk cId="2121925899" sldId="442"/>
        </pc:sldMkLst>
      </pc:sldChg>
      <pc:sldChg chg="modSp new mod">
        <pc:chgData name="Heiko Klare" userId="d7b0efbd-a5a6-4d7d-acbc-3da3b9cc1b4b" providerId="ADAL" clId="{42BB5D34-7A67-42A0-868D-31A53ECA7E37}" dt="2024-05-14T13:50:08.308" v="15669" actId="404"/>
        <pc:sldMkLst>
          <pc:docMk/>
          <pc:sldMk cId="2716938743" sldId="443"/>
        </pc:sldMkLst>
      </pc:sldChg>
      <pc:sldChg chg="new del">
        <pc:chgData name="Heiko Klare" userId="d7b0efbd-a5a6-4d7d-acbc-3da3b9cc1b4b" providerId="ADAL" clId="{42BB5D34-7A67-42A0-868D-31A53ECA7E37}" dt="2024-05-13T16:55:24.110" v="6973" actId="47"/>
        <pc:sldMkLst>
          <pc:docMk/>
          <pc:sldMk cId="3743794039" sldId="443"/>
        </pc:sldMkLst>
      </pc:sldChg>
      <pc:sldChg chg="addSp modSp new mod ord modClrScheme chgLayout">
        <pc:chgData name="Heiko Klare" userId="d7b0efbd-a5a6-4d7d-acbc-3da3b9cc1b4b" providerId="ADAL" clId="{42BB5D34-7A67-42A0-868D-31A53ECA7E37}" dt="2024-05-14T13:24:35.298" v="14906" actId="14100"/>
        <pc:sldMkLst>
          <pc:docMk/>
          <pc:sldMk cId="814165396" sldId="444"/>
        </pc:sldMkLst>
      </pc:sldChg>
      <pc:sldChg chg="addSp delSp modSp new add del mod modClrScheme chgLayout">
        <pc:chgData name="Heiko Klare" userId="d7b0efbd-a5a6-4d7d-acbc-3da3b9cc1b4b" providerId="ADAL" clId="{42BB5D34-7A67-42A0-868D-31A53ECA7E37}" dt="2024-05-14T11:52:09.106" v="10836" actId="478"/>
        <pc:sldMkLst>
          <pc:docMk/>
          <pc:sldMk cId="111547177" sldId="445"/>
        </pc:sldMkLst>
      </pc:sldChg>
      <pc:sldChg chg="addSp delSp modSp new mod modClrScheme chgLayout">
        <pc:chgData name="Heiko Klare" userId="d7b0efbd-a5a6-4d7d-acbc-3da3b9cc1b4b" providerId="ADAL" clId="{42BB5D34-7A67-42A0-868D-31A53ECA7E37}" dt="2024-05-14T13:22:38.877" v="14870" actId="20577"/>
        <pc:sldMkLst>
          <pc:docMk/>
          <pc:sldMk cId="3407174367" sldId="446"/>
        </pc:sldMkLst>
      </pc:sldChg>
      <pc:sldChg chg="addSp delSp modSp new mod modAnim chgLayout">
        <pc:chgData name="Heiko Klare" userId="d7b0efbd-a5a6-4d7d-acbc-3da3b9cc1b4b" providerId="ADAL" clId="{42BB5D34-7A67-42A0-868D-31A53ECA7E37}" dt="2024-05-14T13:37:45.853" v="15367"/>
        <pc:sldMkLst>
          <pc:docMk/>
          <pc:sldMk cId="3755138398" sldId="447"/>
        </pc:sldMkLst>
      </pc:sldChg>
      <pc:sldChg chg="addSp modSp new mod">
        <pc:chgData name="Heiko Klare" userId="d7b0efbd-a5a6-4d7d-acbc-3da3b9cc1b4b" providerId="ADAL" clId="{42BB5D34-7A67-42A0-868D-31A53ECA7E37}" dt="2024-05-14T13:47:38.539" v="15563" actId="113"/>
        <pc:sldMkLst>
          <pc:docMk/>
          <pc:sldMk cId="975458850" sldId="448"/>
        </pc:sldMkLst>
      </pc:sldChg>
      <pc:sldChg chg="addSp delSp modSp new mod chgLayout">
        <pc:chgData name="Heiko Klare" userId="d7b0efbd-a5a6-4d7d-acbc-3da3b9cc1b4b" providerId="ADAL" clId="{42BB5D34-7A67-42A0-868D-31A53ECA7E37}" dt="2024-05-14T13:26:35.376" v="15023" actId="1035"/>
        <pc:sldMkLst>
          <pc:docMk/>
          <pc:sldMk cId="145644249" sldId="449"/>
        </pc:sldMkLst>
      </pc:sldChg>
      <pc:sldChg chg="new del">
        <pc:chgData name="Heiko Klare" userId="d7b0efbd-a5a6-4d7d-acbc-3da3b9cc1b4b" providerId="ADAL" clId="{42BB5D34-7A67-42A0-868D-31A53ECA7E37}" dt="2024-05-14T12:55:19.699" v="14076" actId="47"/>
        <pc:sldMkLst>
          <pc:docMk/>
          <pc:sldMk cId="736074920" sldId="450"/>
        </pc:sldMkLst>
      </pc:sldChg>
      <pc:sldChg chg="addSp delSp modSp new mod">
        <pc:chgData name="Heiko Klare" userId="d7b0efbd-a5a6-4d7d-acbc-3da3b9cc1b4b" providerId="ADAL" clId="{42BB5D34-7A67-42A0-868D-31A53ECA7E37}" dt="2024-05-14T12:56:49.980" v="14163" actId="12"/>
        <pc:sldMkLst>
          <pc:docMk/>
          <pc:sldMk cId="1236433110" sldId="450"/>
        </pc:sldMkLst>
      </pc:sldChg>
      <pc:sldChg chg="addSp delSp modSp new mod">
        <pc:chgData name="Heiko Klare" userId="d7b0efbd-a5a6-4d7d-acbc-3da3b9cc1b4b" providerId="ADAL" clId="{42BB5D34-7A67-42A0-868D-31A53ECA7E37}" dt="2024-05-14T12:57:52.274" v="14221" actId="20577"/>
        <pc:sldMkLst>
          <pc:docMk/>
          <pc:sldMk cId="2186870746" sldId="451"/>
        </pc:sldMkLst>
      </pc:sldChg>
      <pc:sldChg chg="addSp delSp modSp new mod">
        <pc:chgData name="Heiko Klare" userId="d7b0efbd-a5a6-4d7d-acbc-3da3b9cc1b4b" providerId="ADAL" clId="{42BB5D34-7A67-42A0-868D-31A53ECA7E37}" dt="2024-05-14T12:59:35.335" v="14309" actId="14100"/>
        <pc:sldMkLst>
          <pc:docMk/>
          <pc:sldMk cId="4247136821" sldId="452"/>
        </pc:sldMkLst>
      </pc:sldChg>
      <pc:sldChg chg="addSp modSp new del mod">
        <pc:chgData name="Heiko Klare" userId="d7b0efbd-a5a6-4d7d-acbc-3da3b9cc1b4b" providerId="ADAL" clId="{42BB5D34-7A67-42A0-868D-31A53ECA7E37}" dt="2024-05-14T13:36:32.138" v="15301" actId="47"/>
        <pc:sldMkLst>
          <pc:docMk/>
          <pc:sldMk cId="3432783602" sldId="453"/>
        </pc:sldMkLst>
      </pc:sldChg>
      <pc:sldChg chg="addSp delSp modSp add mod">
        <pc:chgData name="Heiko Klare" userId="d7b0efbd-a5a6-4d7d-acbc-3da3b9cc1b4b" providerId="ADAL" clId="{42BB5D34-7A67-42A0-868D-31A53ECA7E37}" dt="2024-05-14T13:50:45.909" v="15683"/>
        <pc:sldMkLst>
          <pc:docMk/>
          <pc:sldMk cId="3944851747" sldId="454"/>
        </pc:sldMkLst>
      </pc:sldChg>
      <pc:sldChg chg="addSp delSp modSp new mod modClrScheme chgLayout">
        <pc:chgData name="Heiko Klare" userId="d7b0efbd-a5a6-4d7d-acbc-3da3b9cc1b4b" providerId="ADAL" clId="{42BB5D34-7A67-42A0-868D-31A53ECA7E37}" dt="2024-05-14T13:49:29.999" v="15667" actId="14100"/>
        <pc:sldMkLst>
          <pc:docMk/>
          <pc:sldMk cId="3229694500" sldId="455"/>
        </pc:sldMkLst>
      </pc:sldChg>
      <pc:sldMasterChg chg="delSldLayout">
        <pc:chgData name="Heiko Klare" userId="d7b0efbd-a5a6-4d7d-acbc-3da3b9cc1b4b" providerId="ADAL" clId="{42BB5D34-7A67-42A0-868D-31A53ECA7E37}" dt="2024-05-13T13:19:24.987" v="1943" actId="47"/>
        <pc:sldMasterMkLst>
          <pc:docMk/>
          <pc:sldMasterMk cId="3619477255" sldId="2147484014"/>
        </pc:sldMasterMkLst>
        <pc:sldLayoutChg chg="del">
          <pc:chgData name="Heiko Klare" userId="d7b0efbd-a5a6-4d7d-acbc-3da3b9cc1b4b" providerId="ADAL" clId="{42BB5D34-7A67-42A0-868D-31A53ECA7E37}" dt="2024-05-13T13:19:24.987" v="1943" actId="47"/>
          <pc:sldLayoutMkLst>
            <pc:docMk/>
            <pc:sldMasterMk cId="3619477255" sldId="2147484014"/>
            <pc:sldLayoutMk cId="2940226119" sldId="2147484026"/>
          </pc:sldLayoutMkLst>
        </pc:sldLayoutChg>
      </pc:sldMasterChg>
    </pc:docChg>
  </pc:docChgLst>
  <pc:docChgLst>
    <pc:chgData name="Klare, Heiko" userId="d7b0efbd-a5a6-4d7d-acbc-3da3b9cc1b4b" providerId="ADAL" clId="{42BB5D34-7A67-42A0-868D-31A53ECA7E37}"/>
    <pc:docChg chg="undo custSel modSld">
      <pc:chgData name="Klare, Heiko" userId="d7b0efbd-a5a6-4d7d-acbc-3da3b9cc1b4b" providerId="ADAL" clId="{42BB5D34-7A67-42A0-868D-31A53ECA7E37}" dt="2024-05-27T15:35:11.873" v="671"/>
      <pc:docMkLst>
        <pc:docMk/>
      </pc:docMkLst>
      <pc:sldChg chg="addSp delSp mod">
        <pc:chgData name="Klare, Heiko" userId="d7b0efbd-a5a6-4d7d-acbc-3da3b9cc1b4b" providerId="ADAL" clId="{42BB5D34-7A67-42A0-868D-31A53ECA7E37}" dt="2024-05-27T15:35:11.263" v="670" actId="478"/>
        <pc:sldMkLst>
          <pc:docMk/>
          <pc:sldMk cId="2923351067" sldId="256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3709952236" sldId="257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335586771" sldId="34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710079509" sldId="36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503675281" sldId="364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095989714" sldId="369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434739891" sldId="372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2313337080" sldId="373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2203178910" sldId="379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546922839" sldId="407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010754092" sldId="41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391992310" sldId="415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3053521311" sldId="420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227595815" sldId="42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312447777" sldId="422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4152693700" sldId="42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969859979" sldId="427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429424980" sldId="430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465945736" sldId="43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348539917" sldId="432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294446361" sldId="43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521127510" sldId="434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531167833" sldId="435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397847782" sldId="436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63483211" sldId="438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246120669" sldId="439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718688452" sldId="440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381316480" sldId="44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121925899" sldId="442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716938743" sldId="443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814165396" sldId="444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11547177" sldId="445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407174367" sldId="446"/>
        </pc:sldMkLst>
      </pc:sldChg>
      <pc:sldChg chg="addSp modSp mod modAnim">
        <pc:chgData name="Klare, Heiko" userId="d7b0efbd-a5a6-4d7d-acbc-3da3b9cc1b4b" providerId="ADAL" clId="{42BB5D34-7A67-42A0-868D-31A53ECA7E37}" dt="2024-05-27T15:35:11.873" v="671"/>
        <pc:sldMkLst>
          <pc:docMk/>
          <pc:sldMk cId="3755138398" sldId="447"/>
        </pc:sldMkLst>
      </pc:sldChg>
      <pc:sldChg chg="addSp modSp mod">
        <pc:chgData name="Klare, Heiko" userId="d7b0efbd-a5a6-4d7d-acbc-3da3b9cc1b4b" providerId="ADAL" clId="{42BB5D34-7A67-42A0-868D-31A53ECA7E37}" dt="2024-05-27T15:35:11.873" v="671"/>
        <pc:sldMkLst>
          <pc:docMk/>
          <pc:sldMk cId="975458850" sldId="448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45644249" sldId="449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1236433110" sldId="450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2186870746" sldId="451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4247136821" sldId="452"/>
        </pc:sldMkLst>
      </pc:sldChg>
      <pc:sldChg chg="addSp delSp modSp mod">
        <pc:chgData name="Klare, Heiko" userId="d7b0efbd-a5a6-4d7d-acbc-3da3b9cc1b4b" providerId="ADAL" clId="{42BB5D34-7A67-42A0-868D-31A53ECA7E37}" dt="2024-05-27T15:35:11.873" v="671"/>
        <pc:sldMkLst>
          <pc:docMk/>
          <pc:sldMk cId="3944851747" sldId="454"/>
        </pc:sldMkLst>
      </pc:sldChg>
      <pc:sldChg chg="addSp">
        <pc:chgData name="Klare, Heiko" userId="d7b0efbd-a5a6-4d7d-acbc-3da3b9cc1b4b" providerId="ADAL" clId="{42BB5D34-7A67-42A0-868D-31A53ECA7E37}" dt="2024-05-27T15:35:11.873" v="671"/>
        <pc:sldMkLst>
          <pc:docMk/>
          <pc:sldMk cId="3229694500" sldId="4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1C62D-BC39-408F-B5F9-F22FEA74C7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BBA64-CD02-47D2-8901-52296A44C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39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BBA64-CD02-47D2-8901-52296A44C8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662C-A12A-D273-BD16-73834CAA6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964D5-21BF-0897-1DC7-F00096E2E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4623F-EB0A-C03F-CE24-EF7F4AB6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06FA-DF64-5248-82AA-B68BE1FD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4D874-581C-3CA2-BC61-0D3BD204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48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2689-3850-EA08-A897-CFDFE022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A7CE-9832-F7E2-3E8E-FECB80ECC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EB9BC-E671-1A3C-E6F8-7386E077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E3B87-A635-31E2-FA8D-1374191D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19129-8ABB-F0DD-A68D-7BC1CDE0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1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C382-784A-C1F0-0289-C7639C40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137C5-6528-841D-4E78-09305A83E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EAAFC-DEAA-65E4-ADCB-F62F8D748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E6AF8-5A6C-7FD0-B77A-E3594A82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340C-9760-D73C-3FE3-AD4BFFD8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5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920F-C5BF-37C5-E4D6-3D3AA60D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4D65F-1BF7-CE4D-EBC7-A96575EB4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69F10-2D65-EE7B-0A7B-1F9EFA392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92F39-1FC0-7AED-EF29-CD5C0A330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05DFE-0FBB-F6C2-9D5D-A6B4C0042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3F32-0AE0-B939-CC13-738448BDF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59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F0C5-2903-E4CD-463C-A1B5973A7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C883B-50C4-7490-BF94-942897B34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9131C-63F1-4C81-5EF1-17F7F4394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36175C-1C3C-2B17-C269-F94A77C17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EB4EC-6A9D-9592-5787-D9108E6D3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125D7-3CB5-EA0F-D41E-5919B85BC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B891D-3EDC-BADD-B93A-B550D8E9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45094-B397-2FE4-B418-8B497E0C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071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D5F8-5FC2-C92D-DAD1-50B9B373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F6EBD-6E82-4AFB-C2CF-5E45B290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14FAF-5150-9C29-0151-F36316B1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5EEF6-F8AE-2A1A-EE55-72861364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07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BA6AFA-5C4B-0156-9EBF-74B44EF0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394F0-01C9-5D3A-B70B-720C5DEE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1AA4E-2B97-A458-2616-EE50A6DF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85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6534-1DAB-503F-AE6A-261FEA087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5331A-5EF3-9985-4710-634176137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6913D-6650-79A9-F7A8-3299D3D2A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1F072-D34E-0451-AAAF-65220562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74D2E-983D-D7F6-5203-FB678DDB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65D45-782F-E9E4-0535-649551D9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68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10D1-FF1B-DADE-E609-64857088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44182-37CB-167C-21C1-2FC299F65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343B4-70AB-B963-8357-97866496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DF109-F231-97EC-3D07-14D6474E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09CE1-1642-3092-8285-C97DAA65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07654-DA49-CCD7-143E-78EB397E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4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A805-CE03-4BC3-FF32-178091F3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C4378-6924-0867-73BB-9B5002583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E178B-DAF0-A643-6A5F-70B34107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0C4BB-8F15-830A-EF10-A9E9E351B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BF7AE-C510-0072-654D-9B800C09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9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DE765-7289-7C52-8FBA-BDDF6E765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49D1F-9137-6D25-31EB-E0728927D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48EEC-083F-BF05-3E09-725FC3358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F18E5-0DE5-D96F-847F-7F7D05A6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45B1F-F022-2AF8-9870-59F26138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577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ext Boxes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xtPlaceholderTextRight">
            <a:extLst>
              <a:ext uri="{FF2B5EF4-FFF2-40B4-BE49-F238E27FC236}">
                <a16:creationId xmlns:a16="http://schemas.microsoft.com/office/drawing/2014/main" id="{AB459849-D8B7-4780-809C-95EE9FC9A3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4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1854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1452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E1BDD4-2BD5-3C0D-2521-9E61409A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977D5-67B7-0616-4B9D-99D6A63AC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63D86-FA70-67B5-A6D6-C59D3537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A2A55-3580-2F1B-ACA7-EBE4E9E8A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9D113-48EC-42F9-C17A-60BFA4BA3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77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7" r:id="rId12"/>
    <p:sldLayoutId id="2147484029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7153-989B-106C-BB0C-A7C35BB3FA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Initiative 31: State of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48D30-2C66-FC06-4005-9E6F5603B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Eclipse IDE Working Group On-Site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2025-02-12</a:t>
            </a:r>
            <a:endParaRPr lang="en-US" sz="16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DAD42-D7E9-965A-DE85-167FCEEE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36262-4E66-2E10-6201-761E02B5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6D126-39E2-3496-7B02-6489217C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35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43">
            <a:extLst>
              <a:ext uri="{FF2B5EF4-FFF2-40B4-BE49-F238E27FC236}">
                <a16:creationId xmlns:a16="http://schemas.microsoft.com/office/drawing/2014/main" id="{6B97A95B-176B-C697-81C3-0FC14ADD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Project Phases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EAE01-14D1-F1B4-C349-5252F302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2CBE2-163B-DD6A-E789-89BDE454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01E3E-D43E-11D6-2E53-DA1238CC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F5BAF35-BAAE-88AE-0BB3-E35F9B4BFD8C}"/>
              </a:ext>
            </a:extLst>
          </p:cNvPr>
          <p:cNvGrpSpPr/>
          <p:nvPr/>
        </p:nvGrpSpPr>
        <p:grpSpPr>
          <a:xfrm>
            <a:off x="5105167" y="3390676"/>
            <a:ext cx="1993900" cy="2119311"/>
            <a:chOff x="5105167" y="3568700"/>
            <a:chExt cx="1993900" cy="211931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CDAEC1D-903B-C486-8B5F-F103BB7FF41C}"/>
                </a:ext>
              </a:extLst>
            </p:cNvPr>
            <p:cNvSpPr/>
            <p:nvPr/>
          </p:nvSpPr>
          <p:spPr>
            <a:xfrm>
              <a:off x="5105167" y="3568700"/>
              <a:ext cx="1993900" cy="211931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Mature, Maintained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SWT Implementations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CFED0D5-E922-98EE-6BB9-66ABBBC2AAAE}"/>
                </a:ext>
              </a:extLst>
            </p:cNvPr>
            <p:cNvSpPr/>
            <p:nvPr/>
          </p:nvSpPr>
          <p:spPr>
            <a:xfrm>
              <a:off x="5327418" y="4224194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Windows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10F745-2355-AFA8-E03E-4486F56F9091}"/>
                </a:ext>
              </a:extLst>
            </p:cNvPr>
            <p:cNvSpPr/>
            <p:nvPr/>
          </p:nvSpPr>
          <p:spPr>
            <a:xfrm>
              <a:off x="5327418" y="3787633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MacOS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F2D73A-E5E0-127A-05ED-9FC52EE7EB6E}"/>
                </a:ext>
              </a:extLst>
            </p:cNvPr>
            <p:cNvSpPr/>
            <p:nvPr/>
          </p:nvSpPr>
          <p:spPr>
            <a:xfrm>
              <a:off x="5327418" y="4667749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Linux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67402F0-DB91-4E1A-3E99-F1361E87162C}"/>
              </a:ext>
            </a:extLst>
          </p:cNvPr>
          <p:cNvSpPr/>
          <p:nvPr/>
        </p:nvSpPr>
        <p:spPr>
          <a:xfrm>
            <a:off x="9359900" y="4243225"/>
            <a:ext cx="1993900" cy="125893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8000" rtlCol="0" anchor="b" anchorCtr="0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Mature, Maintained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SWT Implementations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27EDE8-DBB1-D6E1-469A-D4CC2DECA15B}"/>
              </a:ext>
            </a:extLst>
          </p:cNvPr>
          <p:cNvCxnSpPr/>
          <p:nvPr/>
        </p:nvCxnSpPr>
        <p:spPr>
          <a:xfrm>
            <a:off x="838200" y="5644926"/>
            <a:ext cx="10515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1100DD7-D957-C353-6C01-40B7F326CEEB}"/>
              </a:ext>
            </a:extLst>
          </p:cNvPr>
          <p:cNvSpPr txBox="1"/>
          <p:nvPr/>
        </p:nvSpPr>
        <p:spPr>
          <a:xfrm>
            <a:off x="3370383" y="5635976"/>
            <a:ext cx="1209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Prototype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E367B1A-4A1C-6C74-78E2-DAE3A4A79D15}"/>
              </a:ext>
            </a:extLst>
          </p:cNvPr>
          <p:cNvGrpSpPr/>
          <p:nvPr/>
        </p:nvGrpSpPr>
        <p:grpSpPr>
          <a:xfrm>
            <a:off x="2971684" y="1731597"/>
            <a:ext cx="1993900" cy="1532774"/>
            <a:chOff x="2971684" y="1909621"/>
            <a:chExt cx="1993900" cy="153277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64A1B13-BF12-32EC-1F0E-14E0B5329992}"/>
                </a:ext>
              </a:extLst>
            </p:cNvPr>
            <p:cNvSpPr/>
            <p:nvPr/>
          </p:nvSpPr>
          <p:spPr>
            <a:xfrm>
              <a:off x="2971684" y="1909621"/>
              <a:ext cx="1993900" cy="1532774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Prototypes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E7DD53-A5F8-6FAC-3889-AB93A9256A85}"/>
                </a:ext>
              </a:extLst>
            </p:cNvPr>
            <p:cNvSpPr/>
            <p:nvPr/>
          </p:nvSpPr>
          <p:spPr>
            <a:xfrm>
              <a:off x="3206750" y="2117254"/>
              <a:ext cx="1031643" cy="409864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Techn</a:t>
              </a:r>
              <a:r>
                <a:rPr lang="en-US" sz="1600" dirty="0"/>
                <a:t>. 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31C0A8F-9729-3751-0840-BB1191F9B551}"/>
                </a:ext>
              </a:extLst>
            </p:cNvPr>
            <p:cNvSpPr/>
            <p:nvPr/>
          </p:nvSpPr>
          <p:spPr>
            <a:xfrm>
              <a:off x="3755784" y="2382547"/>
              <a:ext cx="1031643" cy="409864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Techn</a:t>
              </a:r>
              <a:r>
                <a:rPr lang="en-US" sz="1600" dirty="0"/>
                <a:t>. 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F524439-5459-40D1-AA92-95A3BB5CE084}"/>
                </a:ext>
              </a:extLst>
            </p:cNvPr>
            <p:cNvSpPr/>
            <p:nvPr/>
          </p:nvSpPr>
          <p:spPr>
            <a:xfrm>
              <a:off x="3309812" y="2637518"/>
              <a:ext cx="1031643" cy="409864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Techn</a:t>
              </a:r>
              <a:r>
                <a:rPr lang="en-US" sz="1600" dirty="0"/>
                <a:t>. 3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CCC9434-CBF8-6312-93BA-DF389AE7FE43}"/>
              </a:ext>
            </a:extLst>
          </p:cNvPr>
          <p:cNvGrpSpPr/>
          <p:nvPr/>
        </p:nvGrpSpPr>
        <p:grpSpPr>
          <a:xfrm>
            <a:off x="5105166" y="1731596"/>
            <a:ext cx="1993900" cy="1532774"/>
            <a:chOff x="5105166" y="1909620"/>
            <a:chExt cx="1993900" cy="153277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B1741AF-87EB-E3F0-6705-C904D06E3206}"/>
                </a:ext>
              </a:extLst>
            </p:cNvPr>
            <p:cNvSpPr/>
            <p:nvPr/>
          </p:nvSpPr>
          <p:spPr>
            <a:xfrm>
              <a:off x="5105166" y="1909620"/>
              <a:ext cx="1993900" cy="1532774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Prototypes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77BB640-F558-D486-91B2-B96313A7A622}"/>
                </a:ext>
              </a:extLst>
            </p:cNvPr>
            <p:cNvSpPr/>
            <p:nvPr/>
          </p:nvSpPr>
          <p:spPr>
            <a:xfrm>
              <a:off x="5580178" y="2171941"/>
              <a:ext cx="1031643" cy="798709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Ski(j)a + Custom Widgets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6E3D633-577B-744F-5053-68FC600FB062}"/>
              </a:ext>
            </a:extLst>
          </p:cNvPr>
          <p:cNvSpPr/>
          <p:nvPr/>
        </p:nvSpPr>
        <p:spPr>
          <a:xfrm>
            <a:off x="9575334" y="4480916"/>
            <a:ext cx="1556215" cy="409864"/>
          </a:xfrm>
          <a:prstGeom prst="rect">
            <a:avLst/>
          </a:prstGeom>
          <a:solidFill>
            <a:schemeClr val="accent6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Techn</a:t>
            </a:r>
            <a:r>
              <a:rPr lang="en-US" sz="1600" dirty="0"/>
              <a:t>. 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86068F-BB61-91E2-BE4D-0BE8FE7B219C}"/>
              </a:ext>
            </a:extLst>
          </p:cNvPr>
          <p:cNvSpPr txBox="1"/>
          <p:nvPr/>
        </p:nvSpPr>
        <p:spPr>
          <a:xfrm>
            <a:off x="5416678" y="5635976"/>
            <a:ext cx="135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Realization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6A541A5-F555-E27D-8384-67A6BC9744FC}"/>
              </a:ext>
            </a:extLst>
          </p:cNvPr>
          <p:cNvGrpSpPr/>
          <p:nvPr/>
        </p:nvGrpSpPr>
        <p:grpSpPr>
          <a:xfrm>
            <a:off x="838200" y="3390676"/>
            <a:ext cx="1993900" cy="2119311"/>
            <a:chOff x="5105167" y="3568700"/>
            <a:chExt cx="1993900" cy="211931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BFCB4A6-3B2F-132C-B807-9DF4F26F5EB1}"/>
                </a:ext>
              </a:extLst>
            </p:cNvPr>
            <p:cNvSpPr/>
            <p:nvPr/>
          </p:nvSpPr>
          <p:spPr>
            <a:xfrm>
              <a:off x="5105167" y="3568700"/>
              <a:ext cx="1993900" cy="211931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Mature, Maintained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SWT Implementations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CDA74A6-D000-A3FF-009A-495F9FAC7AB6}"/>
                </a:ext>
              </a:extLst>
            </p:cNvPr>
            <p:cNvSpPr/>
            <p:nvPr/>
          </p:nvSpPr>
          <p:spPr>
            <a:xfrm>
              <a:off x="5327418" y="4224194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Windows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7971FE7-7AFF-85C4-6926-6FBD45636F51}"/>
                </a:ext>
              </a:extLst>
            </p:cNvPr>
            <p:cNvSpPr/>
            <p:nvPr/>
          </p:nvSpPr>
          <p:spPr>
            <a:xfrm>
              <a:off x="5327418" y="3787633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MacOS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6587AC4-7870-23ED-359B-D7BC6E90022E}"/>
                </a:ext>
              </a:extLst>
            </p:cNvPr>
            <p:cNvSpPr/>
            <p:nvPr/>
          </p:nvSpPr>
          <p:spPr>
            <a:xfrm>
              <a:off x="5327418" y="4667749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Linux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F97592-C739-123C-2369-AF671D47FA51}"/>
              </a:ext>
            </a:extLst>
          </p:cNvPr>
          <p:cNvGrpSpPr/>
          <p:nvPr/>
        </p:nvGrpSpPr>
        <p:grpSpPr>
          <a:xfrm>
            <a:off x="2971684" y="3382848"/>
            <a:ext cx="1993900" cy="2119311"/>
            <a:chOff x="5105167" y="3568700"/>
            <a:chExt cx="1993900" cy="2119311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349DE2-4E36-E898-6F9A-233B1582420C}"/>
                </a:ext>
              </a:extLst>
            </p:cNvPr>
            <p:cNvSpPr/>
            <p:nvPr/>
          </p:nvSpPr>
          <p:spPr>
            <a:xfrm>
              <a:off x="5105167" y="3568700"/>
              <a:ext cx="1993900" cy="211931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Mature, Maintained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SWT Implementations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F60A031-71F7-70FD-FA28-C4DFCAA2FA6A}"/>
                </a:ext>
              </a:extLst>
            </p:cNvPr>
            <p:cNvSpPr/>
            <p:nvPr/>
          </p:nvSpPr>
          <p:spPr>
            <a:xfrm>
              <a:off x="5327418" y="4224194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Windows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14822F9-47F2-78F3-7E5D-57EB82E2E133}"/>
                </a:ext>
              </a:extLst>
            </p:cNvPr>
            <p:cNvSpPr/>
            <p:nvPr/>
          </p:nvSpPr>
          <p:spPr>
            <a:xfrm>
              <a:off x="5327418" y="3787633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MacOS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DC28EDD-FCBD-D91C-1E68-08BDFF09FC04}"/>
                </a:ext>
              </a:extLst>
            </p:cNvPr>
            <p:cNvSpPr/>
            <p:nvPr/>
          </p:nvSpPr>
          <p:spPr>
            <a:xfrm>
              <a:off x="5327418" y="4667749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Linux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9498415-6206-3EE0-7ECA-1E12B607E595}"/>
              </a:ext>
            </a:extLst>
          </p:cNvPr>
          <p:cNvGrpSpPr/>
          <p:nvPr/>
        </p:nvGrpSpPr>
        <p:grpSpPr>
          <a:xfrm>
            <a:off x="7232533" y="2984285"/>
            <a:ext cx="1993900" cy="2517874"/>
            <a:chOff x="5105167" y="3170138"/>
            <a:chExt cx="1993900" cy="251787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B30AEA7-DDCE-C3DC-D423-32A22C3CCDFD}"/>
                </a:ext>
              </a:extLst>
            </p:cNvPr>
            <p:cNvSpPr/>
            <p:nvPr/>
          </p:nvSpPr>
          <p:spPr>
            <a:xfrm>
              <a:off x="5105167" y="3170138"/>
              <a:ext cx="1993900" cy="2517874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8000" rtlCol="0" anchor="b" anchorCtr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Mature, Maintained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SWT Implementations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9460B81-BE3F-AE2B-DB97-934A9506C575}"/>
                </a:ext>
              </a:extLst>
            </p:cNvPr>
            <p:cNvSpPr/>
            <p:nvPr/>
          </p:nvSpPr>
          <p:spPr>
            <a:xfrm>
              <a:off x="5327418" y="4224194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Windows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A47801A-4332-EB83-9D0F-27F58A84D7E9}"/>
                </a:ext>
              </a:extLst>
            </p:cNvPr>
            <p:cNvSpPr/>
            <p:nvPr/>
          </p:nvSpPr>
          <p:spPr>
            <a:xfrm>
              <a:off x="5327418" y="3787633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MacOS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49A729C-D26D-78A2-1693-81FDDF046A9E}"/>
                </a:ext>
              </a:extLst>
            </p:cNvPr>
            <p:cNvSpPr/>
            <p:nvPr/>
          </p:nvSpPr>
          <p:spPr>
            <a:xfrm>
              <a:off x="5327418" y="4667749"/>
              <a:ext cx="1556215" cy="4098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Linux</a:t>
              </a: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7E111878-50C2-C6AC-0A62-95D04E34BFFE}"/>
              </a:ext>
            </a:extLst>
          </p:cNvPr>
          <p:cNvSpPr/>
          <p:nvPr/>
        </p:nvSpPr>
        <p:spPr>
          <a:xfrm>
            <a:off x="7454784" y="3169977"/>
            <a:ext cx="1556215" cy="409864"/>
          </a:xfrm>
          <a:prstGeom prst="rect">
            <a:avLst/>
          </a:prstGeom>
          <a:solidFill>
            <a:schemeClr val="accent6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Techn</a:t>
            </a:r>
            <a:r>
              <a:rPr lang="en-US" sz="1600" dirty="0"/>
              <a:t>. 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731B901-4EB2-A868-6EC5-27D483AAEE9A}"/>
              </a:ext>
            </a:extLst>
          </p:cNvPr>
          <p:cNvSpPr txBox="1"/>
          <p:nvPr/>
        </p:nvSpPr>
        <p:spPr>
          <a:xfrm>
            <a:off x="1338539" y="5635976"/>
            <a:ext cx="993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Current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4969F1-94BD-405C-B093-CD1565D1CCDC}"/>
              </a:ext>
            </a:extLst>
          </p:cNvPr>
          <p:cNvSpPr txBox="1"/>
          <p:nvPr/>
        </p:nvSpPr>
        <p:spPr>
          <a:xfrm>
            <a:off x="7557667" y="5635976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Production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35BEE5-8C8B-24F0-4E64-B23A7ACF7EDE}"/>
              </a:ext>
            </a:extLst>
          </p:cNvPr>
          <p:cNvSpPr txBox="1"/>
          <p:nvPr/>
        </p:nvSpPr>
        <p:spPr>
          <a:xfrm>
            <a:off x="9559421" y="5635976"/>
            <a:ext cx="1592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Replacement</a:t>
            </a:r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561D1841-4946-CDD5-EA06-CECE0CAE000A}"/>
              </a:ext>
            </a:extLst>
          </p:cNvPr>
          <p:cNvSpPr/>
          <p:nvPr/>
        </p:nvSpPr>
        <p:spPr>
          <a:xfrm rot="10800000">
            <a:off x="5414265" y="6002262"/>
            <a:ext cx="284569" cy="30175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4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52" grpId="0" animBg="1"/>
      <p:bldP spid="53" grpId="0"/>
      <p:bldP spid="51" grpId="0" animBg="1"/>
      <p:bldP spid="71" grpId="0"/>
      <p:bldP spid="72" grpId="0"/>
      <p:bldP spid="7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0EEEE-6622-9D1C-47B9-2BA5D90F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Technology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05F07-D728-C59D-2411-7476A3C5E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6D55E-5A90-F0C0-B78B-C90F3A87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A8E28-6B06-DB2E-0AB3-4671FB48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769FDB45-414B-1B9A-BECA-BC89D6B13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0899"/>
            <a:ext cx="3140893" cy="18571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97F263-1EEB-C005-82B1-024DCCE37CCF}"/>
              </a:ext>
            </a:extLst>
          </p:cNvPr>
          <p:cNvSpPr txBox="1"/>
          <p:nvPr/>
        </p:nvSpPr>
        <p:spPr>
          <a:xfrm>
            <a:off x="2268991" y="1632231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2000" b="1" dirty="0"/>
              <a:t>GTK</a:t>
            </a:r>
          </a:p>
        </p:txBody>
      </p:sp>
      <p:pic>
        <p:nvPicPr>
          <p:cNvPr id="9" name="Picture 2" descr="dark">
            <a:extLst>
              <a:ext uri="{FF2B5EF4-FFF2-40B4-BE49-F238E27FC236}">
                <a16:creationId xmlns:a16="http://schemas.microsoft.com/office/drawing/2014/main" id="{FF40B319-81CA-C04E-7D54-BFF5E2D22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921" y="2320312"/>
            <a:ext cx="3286158" cy="183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GTK (Programmbibliothek) – Wikipedia">
            <a:extLst>
              <a:ext uri="{FF2B5EF4-FFF2-40B4-BE49-F238E27FC236}">
                <a16:creationId xmlns:a16="http://schemas.microsoft.com/office/drawing/2014/main" id="{39032C14-6516-4905-1CCE-352EC4BEC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424" y="1452565"/>
            <a:ext cx="569995" cy="61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Skia Graphics Engine - Wikipedia">
            <a:extLst>
              <a:ext uri="{FF2B5EF4-FFF2-40B4-BE49-F238E27FC236}">
                <a16:creationId xmlns:a16="http://schemas.microsoft.com/office/drawing/2014/main" id="{4C7FAADF-AE15-50F7-C456-DCE814566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609" y="1283046"/>
            <a:ext cx="840325" cy="46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Java Swing / AWT Testen - QF-Test">
            <a:extLst>
              <a:ext uri="{FF2B5EF4-FFF2-40B4-BE49-F238E27FC236}">
                <a16:creationId xmlns:a16="http://schemas.microsoft.com/office/drawing/2014/main" id="{8CD9A04C-78B9-06CD-A5F8-C021AF8308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8" t="36028" r="15448" b="35061"/>
          <a:stretch/>
        </p:blipFill>
        <p:spPr bwMode="auto">
          <a:xfrm>
            <a:off x="5452022" y="1441357"/>
            <a:ext cx="1300655" cy="61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1DAB82-B206-A878-0FE1-76F095E40EE7}"/>
              </a:ext>
            </a:extLst>
          </p:cNvPr>
          <p:cNvSpPr txBox="1"/>
          <p:nvPr/>
        </p:nvSpPr>
        <p:spPr>
          <a:xfrm>
            <a:off x="8377809" y="1759382"/>
            <a:ext cx="2927923" cy="56093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sz="1400" dirty="0">
                <a:latin typeface="+mn-lt"/>
              </a:rPr>
              <a:t>with custom-drawn widgets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or</a:t>
            </a:r>
            <a:r>
              <a:rPr lang="en-US" sz="1400" dirty="0"/>
              <a:t> LibreOffice/VCL widgets</a:t>
            </a:r>
            <a:endParaRPr lang="en-US" sz="1400" dirty="0">
              <a:latin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D8D453-EE33-BA40-6963-0E11C18EC786}"/>
              </a:ext>
            </a:extLst>
          </p:cNvPr>
          <p:cNvSpPr/>
          <p:nvPr/>
        </p:nvSpPr>
        <p:spPr>
          <a:xfrm>
            <a:off x="8569495" y="1948994"/>
            <a:ext cx="2760271" cy="290323"/>
          </a:xfrm>
          <a:prstGeom prst="rect">
            <a:avLst/>
          </a:prstGeom>
          <a:solidFill>
            <a:schemeClr val="bg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CC44C9-988F-3FD5-C669-8D658C0B1C19}"/>
              </a:ext>
            </a:extLst>
          </p:cNvPr>
          <p:cNvSpPr/>
          <p:nvPr/>
        </p:nvSpPr>
        <p:spPr>
          <a:xfrm>
            <a:off x="838200" y="4327432"/>
            <a:ext cx="3297876" cy="18716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46800" rtlCol="0" anchor="t"/>
          <a:lstStyle/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Implementation exists</a:t>
            </a:r>
            <a:br>
              <a:rPr lang="en-US" sz="1700" dirty="0"/>
            </a:br>
            <a:r>
              <a:rPr lang="en-US" sz="1700" dirty="0"/>
              <a:t>(for Linux)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Windows/MacOS ports exist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Native customizing via CSS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GTK4 implementation required anyway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6ED6E5-9769-F3B0-E399-C70F1C6585BE}"/>
              </a:ext>
            </a:extLst>
          </p:cNvPr>
          <p:cNvSpPr/>
          <p:nvPr/>
        </p:nvSpPr>
        <p:spPr>
          <a:xfrm>
            <a:off x="4447062" y="4327432"/>
            <a:ext cx="3297876" cy="18716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46800" rtlCol="0" anchor="t"/>
          <a:lstStyle/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Purely Java </a:t>
            </a:r>
            <a:br>
              <a:rPr lang="en-US" sz="1700" dirty="0"/>
            </a:br>
            <a:r>
              <a:rPr lang="en-US" sz="1700" dirty="0">
                <a:sym typeface="Wingdings" panose="05000000000000000000" pitchFamily="2" charset="2"/>
              </a:rPr>
              <a:t> </a:t>
            </a:r>
            <a:r>
              <a:rPr lang="en-US" sz="1700" dirty="0"/>
              <a:t>skillset, deployment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Platform independence</a:t>
            </a:r>
            <a:br>
              <a:rPr lang="en-US" sz="1700" dirty="0"/>
            </a:br>
            <a:r>
              <a:rPr lang="en-US" sz="1700" dirty="0"/>
              <a:t>(Java-supported ones)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Partial implementation exists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Theming, </a:t>
            </a:r>
            <a:r>
              <a:rPr lang="en-US" sz="1700" dirty="0" err="1"/>
              <a:t>HiDPI</a:t>
            </a:r>
            <a:r>
              <a:rPr lang="en-US" sz="1700" dirty="0"/>
              <a:t>, SVG support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005A4-F8B6-0184-6A6A-19DA0E8D5012}"/>
              </a:ext>
            </a:extLst>
          </p:cNvPr>
          <p:cNvSpPr/>
          <p:nvPr/>
        </p:nvSpPr>
        <p:spPr>
          <a:xfrm>
            <a:off x="8066131" y="4326673"/>
            <a:ext cx="3297876" cy="18716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46800" rtlCol="0" anchor="t"/>
          <a:lstStyle/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Modern, widely adopted rendering engine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Platform independence</a:t>
            </a:r>
            <a:br>
              <a:rPr lang="en-US" sz="1700" dirty="0"/>
            </a:br>
            <a:r>
              <a:rPr lang="en-US" sz="1300" dirty="0"/>
              <a:t>(</a:t>
            </a:r>
            <a:r>
              <a:rPr lang="en-US" sz="1300" dirty="0" err="1"/>
              <a:t>Skia</a:t>
            </a:r>
            <a:r>
              <a:rPr lang="en-US" sz="1300" dirty="0"/>
              <a:t>-supported ones)</a:t>
            </a:r>
          </a:p>
          <a:p>
            <a:pPr marL="355600" lvl="1" indent="-285750">
              <a:buFont typeface="Wingdings" panose="05000000000000000000" pitchFamily="2" charset="2"/>
              <a:buChar char="§"/>
            </a:pPr>
            <a:r>
              <a:rPr lang="en-US" sz="1700" dirty="0"/>
              <a:t>Custom drawing:</a:t>
            </a:r>
          </a:p>
          <a:p>
            <a:pPr marL="622300" lvl="2" indent="-285750">
              <a:buFont typeface="Wingdings" panose="05000000000000000000" pitchFamily="2" charset="2"/>
              <a:buChar char="§"/>
            </a:pPr>
            <a:r>
              <a:rPr lang="en-US" sz="1500" dirty="0"/>
              <a:t>Purely Java </a:t>
            </a:r>
            <a:r>
              <a:rPr lang="en-US" sz="1500" dirty="0">
                <a:sym typeface="Wingdings" panose="05000000000000000000" pitchFamily="2" charset="2"/>
              </a:rPr>
              <a:t> </a:t>
            </a:r>
            <a:r>
              <a:rPr lang="en-US" sz="1500" dirty="0"/>
              <a:t>skillset</a:t>
            </a:r>
          </a:p>
          <a:p>
            <a:pPr marL="622300" lvl="2" indent="-285750">
              <a:buFont typeface="Wingdings" panose="05000000000000000000" pitchFamily="2" charset="2"/>
              <a:buChar char="§"/>
            </a:pPr>
            <a:r>
              <a:rPr lang="en-US" sz="1500" dirty="0"/>
              <a:t>Full control and flexibility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2CE08FD-3BB2-5C7D-0888-6617BB1C1D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6339" y="2290057"/>
            <a:ext cx="2419951" cy="1858829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A13C536E-16D5-406B-4788-AA8E42330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686" y="2453770"/>
            <a:ext cx="1361321" cy="153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3B13317-0D3B-A1C6-7DE6-F8A724D4C7B1}"/>
              </a:ext>
            </a:extLst>
          </p:cNvPr>
          <p:cNvSpPr/>
          <p:nvPr/>
        </p:nvSpPr>
        <p:spPr>
          <a:xfrm>
            <a:off x="4252580" y="1312023"/>
            <a:ext cx="3551208" cy="4983582"/>
          </a:xfrm>
          <a:prstGeom prst="rect">
            <a:avLst/>
          </a:prstGeom>
          <a:solidFill>
            <a:schemeClr val="bg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33BF03-D5C2-6605-0B51-7BD362CED8FC}"/>
              </a:ext>
            </a:extLst>
          </p:cNvPr>
          <p:cNvSpPr/>
          <p:nvPr/>
        </p:nvSpPr>
        <p:spPr>
          <a:xfrm>
            <a:off x="608844" y="1320769"/>
            <a:ext cx="3551208" cy="4983582"/>
          </a:xfrm>
          <a:prstGeom prst="rect">
            <a:avLst/>
          </a:prstGeom>
          <a:solidFill>
            <a:schemeClr val="bg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BEBEE2-C5AD-FA28-3AA3-4E0F810A3E39}"/>
              </a:ext>
            </a:extLst>
          </p:cNvPr>
          <p:cNvSpPr/>
          <p:nvPr/>
        </p:nvSpPr>
        <p:spPr>
          <a:xfrm rot="946899">
            <a:off x="5956400" y="2331383"/>
            <a:ext cx="1765022" cy="612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 further investigation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5705A9-6597-A794-F010-2062BE70BADC}"/>
              </a:ext>
            </a:extLst>
          </p:cNvPr>
          <p:cNvSpPr/>
          <p:nvPr/>
        </p:nvSpPr>
        <p:spPr>
          <a:xfrm rot="946899">
            <a:off x="2254539" y="2289677"/>
            <a:ext cx="1765022" cy="612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 further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409353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 animBg="1"/>
      <p:bldP spid="20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88D1-2A01-214C-F4EE-9C40951D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BC121-C732-0795-39B1-35B6BA23C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Replacement: </a:t>
            </a:r>
            <a:r>
              <a:rPr lang="en-US" dirty="0" err="1"/>
              <a:t>ControlExample</a:t>
            </a:r>
            <a:r>
              <a:rPr lang="en-US" dirty="0"/>
              <a:t> / IDE still working</a:t>
            </a:r>
          </a:p>
          <a:p>
            <a:pPr lvl="1"/>
            <a:r>
              <a:rPr lang="en-US" dirty="0"/>
              <a:t>Widgets: Button, Label, Scale, Text, List, </a:t>
            </a:r>
            <a:r>
              <a:rPr lang="en-US" dirty="0" err="1"/>
              <a:t>StyledText</a:t>
            </a:r>
            <a:r>
              <a:rPr lang="en-US" dirty="0"/>
              <a:t> (on Windows)</a:t>
            </a:r>
          </a:p>
          <a:p>
            <a:pPr lvl="1"/>
            <a:r>
              <a:rPr lang="en-US" dirty="0"/>
              <a:t>Rendering possible with native GC and </a:t>
            </a:r>
            <a:r>
              <a:rPr lang="en-US" dirty="0" err="1"/>
              <a:t>Skija</a:t>
            </a:r>
            <a:r>
              <a:rPr lang="en-US" dirty="0"/>
              <a:t> GC</a:t>
            </a:r>
          </a:p>
          <a:p>
            <a:pPr lvl="1"/>
            <a:r>
              <a:rPr lang="en-US" dirty="0"/>
              <a:t>Compatible with existing SWT </a:t>
            </a:r>
            <a:r>
              <a:rPr lang="en-US" dirty="0" err="1"/>
              <a:t>HiDPI</a:t>
            </a:r>
            <a:r>
              <a:rPr lang="en-US" dirty="0"/>
              <a:t> support</a:t>
            </a:r>
          </a:p>
          <a:p>
            <a:pPr lvl="1"/>
            <a:r>
              <a:rPr lang="en-US" dirty="0"/>
              <a:t>Working on all three platforms</a:t>
            </a:r>
          </a:p>
          <a:p>
            <a:pPr lvl="1"/>
            <a:r>
              <a:rPr lang="en-US" dirty="0"/>
              <a:t>CI: validation of compilation on all platforms</a:t>
            </a:r>
          </a:p>
          <a:p>
            <a:r>
              <a:rPr lang="en-US" dirty="0"/>
              <a:t>Experiments</a:t>
            </a:r>
          </a:p>
          <a:p>
            <a:pPr lvl="1"/>
            <a:r>
              <a:rPr lang="en-US" dirty="0"/>
              <a:t>“One Canvas” solution (non-incremental)</a:t>
            </a:r>
          </a:p>
          <a:p>
            <a:pPr lvl="1"/>
            <a:r>
              <a:rPr lang="en-US" dirty="0"/>
              <a:t>OpenGL (performance)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64600-E3E0-50AD-01EA-5227E065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75FCD-59E8-692A-F2B6-F0376E23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252DF-0F48-241E-455B-21EA5F65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84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F377-EC8D-CABA-9FF4-E6C59BC3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4438-0553-4C8D-1A0A-91B43BF6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Custom-Drawn Widgets with Ski(j)a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6FCC1-2985-1A9C-6720-5E78DB99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A3DA6-90F1-8C89-A426-F086CA71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DD652-CEC8-0FF7-0F2E-275A3295C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010CA-E3AB-A72E-FACF-76F9555A7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604" y="1632208"/>
            <a:ext cx="5854534" cy="4497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39777B-DA28-EFB8-8EA1-9BF2D9265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74" y="1632208"/>
            <a:ext cx="3979811" cy="449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28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8D5A-D057-F53A-0840-45FC240E1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FB17C-376B-8CAB-121A-4101C45CB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Code Contributors</a:t>
            </a:r>
          </a:p>
          <a:p>
            <a:r>
              <a:rPr lang="en-US" sz="2400" dirty="0"/>
              <a:t>Denis Ungemach (SAP)</a:t>
            </a:r>
          </a:p>
          <a:p>
            <a:r>
              <a:rPr lang="en-US" sz="2400" dirty="0"/>
              <a:t>Dieter Mai (SYSGO)</a:t>
            </a:r>
          </a:p>
          <a:p>
            <a:r>
              <a:rPr lang="en-US" sz="2400" dirty="0"/>
              <a:t>Federico Jeanne (Vector)</a:t>
            </a:r>
          </a:p>
          <a:p>
            <a:r>
              <a:rPr lang="en-US" sz="2400" dirty="0"/>
              <a:t>Heiko Klare (Vector)</a:t>
            </a:r>
          </a:p>
          <a:p>
            <a:r>
              <a:rPr lang="en-US" sz="2400" dirty="0"/>
              <a:t>Latha Patil (ETAS)</a:t>
            </a:r>
          </a:p>
          <a:p>
            <a:r>
              <a:rPr lang="en-US" sz="2400" dirty="0"/>
              <a:t>Praveen S K (SAP)</a:t>
            </a:r>
          </a:p>
          <a:p>
            <a:r>
              <a:rPr lang="en-US" sz="2400" dirty="0"/>
              <a:t>Thomas Singer (</a:t>
            </a:r>
            <a:r>
              <a:rPr lang="en-US" sz="2400" dirty="0" err="1"/>
              <a:t>Syntevo</a:t>
            </a:r>
            <a:r>
              <a:rPr lang="en-US" sz="2400" dirty="0"/>
              <a:t>)</a:t>
            </a:r>
          </a:p>
          <a:p>
            <a:r>
              <a:rPr lang="en-US" sz="2400" i="1" dirty="0"/>
              <a:t>New: </a:t>
            </a:r>
            <a:r>
              <a:rPr lang="en-US" sz="2400" dirty="0" err="1"/>
              <a:t>Raghundana</a:t>
            </a:r>
            <a:r>
              <a:rPr lang="en-US" sz="2400" dirty="0"/>
              <a:t> M (Advantest)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18620-0B23-BB7C-2F77-B2E92203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D494C-F36D-94CF-4582-9F69E297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6BE75-3742-83A6-B642-F8F577AB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C65DE1-B247-6BC0-453B-3687A050AE60}"/>
              </a:ext>
            </a:extLst>
          </p:cNvPr>
          <p:cNvSpPr txBox="1">
            <a:spLocks/>
          </p:cNvSpPr>
          <p:nvPr/>
        </p:nvSpPr>
        <p:spPr>
          <a:xfrm>
            <a:off x="6452724" y="1825625"/>
            <a:ext cx="52931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Discussion Contributors</a:t>
            </a:r>
          </a:p>
          <a:p>
            <a:r>
              <a:rPr lang="en-US" sz="2400" dirty="0"/>
              <a:t>Alex </a:t>
            </a:r>
            <a:r>
              <a:rPr lang="en-US" sz="2400" dirty="0" err="1"/>
              <a:t>Kurtakov</a:t>
            </a:r>
            <a:r>
              <a:rPr lang="en-US" sz="2400" dirty="0"/>
              <a:t> (Red Hat)</a:t>
            </a:r>
          </a:p>
          <a:p>
            <a:r>
              <a:rPr lang="en-US" sz="2400" dirty="0"/>
              <a:t>Dominic Scharfe (COSEDA)</a:t>
            </a:r>
          </a:p>
          <a:p>
            <a:r>
              <a:rPr lang="en-US" sz="2400" dirty="0"/>
              <a:t>Harald </a:t>
            </a:r>
            <a:r>
              <a:rPr lang="en-US" sz="2400"/>
              <a:t>Mackamul (Bosch)</a:t>
            </a:r>
            <a:endParaRPr lang="en-US" sz="2400" dirty="0"/>
          </a:p>
          <a:p>
            <a:r>
              <a:rPr lang="en-US" sz="2400" dirty="0"/>
              <a:t>Theo Dann-Muirhead (Renesas)</a:t>
            </a:r>
          </a:p>
          <a:p>
            <a:r>
              <a:rPr lang="en-US" sz="2400" dirty="0"/>
              <a:t>William Riley (Renesas)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8205FE6D-847C-E5A6-155C-1B11A8ED461A}"/>
              </a:ext>
            </a:extLst>
          </p:cNvPr>
          <p:cNvSpPr/>
          <p:nvPr/>
        </p:nvSpPr>
        <p:spPr>
          <a:xfrm>
            <a:off x="5086518" y="461463"/>
            <a:ext cx="2876044" cy="1132885"/>
          </a:xfrm>
          <a:prstGeom prst="wedgeRectCallout">
            <a:avLst>
              <a:gd name="adj1" fmla="val -74010"/>
              <a:gd name="adj2" fmla="val 12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Most of them contributing part time</a:t>
            </a:r>
            <a:br>
              <a:rPr lang="en-US" sz="2000" dirty="0"/>
            </a:br>
            <a:r>
              <a:rPr lang="en-US" sz="2000" dirty="0">
                <a:sym typeface="Wingdings" panose="05000000000000000000" pitchFamily="2" charset="2"/>
              </a:rPr>
              <a:t> ~ 2-3 FTEs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38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C446-6871-FDC9-BD34-677E6F78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Opportunities for Incremental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4DDDB-202E-81CE-4968-702232F5A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Integrate ability to exchange renderer for pure rendering tasks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Ski(j)a rendering could be used instead of native rendering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For performance-critical, custom-drawn contents (e.g., GEF diagrams)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Incremental replacement of native with custom-drawn widgets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Might reduce performance with native custom rendering (GC)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Lock-in approach (or difficult to preserve native widgets next to their custom-drawn replacements)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Messy integration of custom-drawn widgets with other native widgets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D7649-E41B-E661-2D48-054495BE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782C-28EC-0634-CBF7-2C41079F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D7381-E7B3-1E0A-5BBB-3E4FDDFE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56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2CB4-4B40-E0C2-3331-B914D73B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0DC86-6293-BDC7-3521-735ED1DCC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766" y="1695714"/>
            <a:ext cx="3832338" cy="2338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Cross-cutting topics</a:t>
            </a:r>
            <a:br>
              <a:rPr lang="en-US" sz="2400" dirty="0"/>
            </a:br>
            <a:r>
              <a:rPr lang="en-US" sz="1800" dirty="0"/>
              <a:t>(currently only prototyped)</a:t>
            </a:r>
          </a:p>
          <a:p>
            <a:r>
              <a:rPr lang="en-US" sz="2000" dirty="0"/>
              <a:t>Custom event handling</a:t>
            </a:r>
          </a:p>
          <a:p>
            <a:r>
              <a:rPr lang="en-US" sz="2000" dirty="0"/>
              <a:t>Efficiency of </a:t>
            </a:r>
            <a:r>
              <a:rPr lang="en-US" sz="2000" dirty="0" err="1"/>
              <a:t>Skija</a:t>
            </a:r>
            <a:r>
              <a:rPr lang="en-US" sz="2000" dirty="0"/>
              <a:t> rendering</a:t>
            </a:r>
          </a:p>
          <a:p>
            <a:r>
              <a:rPr lang="en-US" sz="2000" dirty="0"/>
              <a:t>Hardware acceleration</a:t>
            </a:r>
          </a:p>
          <a:p>
            <a:r>
              <a:rPr lang="en-US" sz="2000" dirty="0"/>
              <a:t>…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3799C-CE33-AA7F-B15E-DCA3D0B5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4C875-397C-D405-1C95-43E5AA097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29C8F-60DD-4FA2-EBC6-91F2807D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DFA85A-FAC4-F673-73D6-8F496C63D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987943" cy="44808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51166D-E37C-CFAF-D2EE-C1AC762ED012}"/>
              </a:ext>
            </a:extLst>
          </p:cNvPr>
          <p:cNvSpPr txBox="1"/>
          <p:nvPr/>
        </p:nvSpPr>
        <p:spPr>
          <a:xfrm>
            <a:off x="2917326" y="1674221"/>
            <a:ext cx="28012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7/26 widget groups</a:t>
            </a:r>
            <a:br>
              <a:rPr lang="en-US" sz="2000" dirty="0"/>
            </a:br>
            <a:r>
              <a:rPr lang="en-US" sz="2000" dirty="0"/>
              <a:t>(of different complexity)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C06A7-287C-FB46-1D8A-2C7728F9FF4D}"/>
              </a:ext>
            </a:extLst>
          </p:cNvPr>
          <p:cNvSpPr txBox="1"/>
          <p:nvPr/>
        </p:nvSpPr>
        <p:spPr>
          <a:xfrm>
            <a:off x="3581400" y="4218934"/>
            <a:ext cx="55012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long will it take?</a:t>
            </a:r>
          </a:p>
          <a:p>
            <a:r>
              <a:rPr lang="en-US" sz="2000" dirty="0"/>
              <a:t>Too long with the current number of contributors</a:t>
            </a:r>
          </a:p>
          <a:p>
            <a:endParaRPr lang="en-US" sz="2000" dirty="0"/>
          </a:p>
          <a:p>
            <a:r>
              <a:rPr lang="en-US" sz="2400" b="1" dirty="0"/>
              <a:t>How many contributors do we need?</a:t>
            </a:r>
          </a:p>
          <a:p>
            <a:r>
              <a:rPr lang="en-US" sz="2000" dirty="0"/>
              <a:t>Significantly more (&gt;&gt; 5 FTEs)</a:t>
            </a:r>
          </a:p>
        </p:txBody>
      </p:sp>
    </p:spTree>
    <p:extLst>
      <p:ext uri="{BB962C8B-B14F-4D97-AF65-F5344CB8AC3E}">
        <p14:creationId xmlns:p14="http://schemas.microsoft.com/office/powerpoint/2010/main" val="165468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C413-1158-C7C4-17B9-818C3FF2A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73706"/>
            <a:ext cx="10515600" cy="2039611"/>
          </a:xfrm>
        </p:spPr>
        <p:txBody>
          <a:bodyPr/>
          <a:lstStyle/>
          <a:p>
            <a:r>
              <a:rPr lang="en-US" dirty="0"/>
              <a:t>Thank you for the work</a:t>
            </a:r>
            <a:br>
              <a:rPr lang="en-US" dirty="0"/>
            </a:br>
            <a:r>
              <a:rPr lang="en-US" dirty="0"/>
              <a:t>done so far!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1191C-D83C-D33A-63BD-D3F5313A1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12 Feb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72FDD-8DA8-691A-2591-65C745D8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Initiative 31: State of Work (Heiko Klare)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0418B-5317-4850-6415-77278AF4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2" descr="GTK (Programmbibliothek) – Wikipedia">
            <a:extLst>
              <a:ext uri="{FF2B5EF4-FFF2-40B4-BE49-F238E27FC236}">
                <a16:creationId xmlns:a16="http://schemas.microsoft.com/office/drawing/2014/main" id="{39821FF7-1757-D231-C986-7ADB3BF84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026" y="917587"/>
            <a:ext cx="1221833" cy="1317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Skia Graphics Engine - Wikipedia">
            <a:extLst>
              <a:ext uri="{FF2B5EF4-FFF2-40B4-BE49-F238E27FC236}">
                <a16:creationId xmlns:a16="http://schemas.microsoft.com/office/drawing/2014/main" id="{DE87357A-42E3-9600-7F6D-7F377CF56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739" y="1140226"/>
            <a:ext cx="1801310" cy="99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Java Swing / AWT Testen - QF-Test">
            <a:extLst>
              <a:ext uri="{FF2B5EF4-FFF2-40B4-BE49-F238E27FC236}">
                <a16:creationId xmlns:a16="http://schemas.microsoft.com/office/drawing/2014/main" id="{57A3B867-6213-A05C-7ED8-6E5808B8B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8" t="36028" r="15448" b="35061"/>
          <a:stretch/>
        </p:blipFill>
        <p:spPr bwMode="auto">
          <a:xfrm>
            <a:off x="4943905" y="1094629"/>
            <a:ext cx="2304190" cy="108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617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ptos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606</Words>
  <Application>Microsoft Office PowerPoint</Application>
  <PresentationFormat>Widescreen</PresentationFormat>
  <Paragraphs>132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SemiBold</vt:lpstr>
      <vt:lpstr>Arial</vt:lpstr>
      <vt:lpstr>Calibri</vt:lpstr>
      <vt:lpstr>Wingdings</vt:lpstr>
      <vt:lpstr>Office Theme</vt:lpstr>
      <vt:lpstr>Initiative 31: State of Work</vt:lpstr>
      <vt:lpstr>Recap: Project Phases</vt:lpstr>
      <vt:lpstr>Current Technology Overview</vt:lpstr>
      <vt:lpstr>Achievements</vt:lpstr>
      <vt:lpstr>Custom-Drawn Widgets with Ski(j)a</vt:lpstr>
      <vt:lpstr>Contributions</vt:lpstr>
      <vt:lpstr>Opportunities for Incremental Process</vt:lpstr>
      <vt:lpstr>State Summary</vt:lpstr>
      <vt:lpstr>Thank you for the work done so far!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Initiative 31: Kick-Off</dc:title>
  <dc:creator>Klare, Heiko</dc:creator>
  <cp:lastModifiedBy>Klare, Heiko</cp:lastModifiedBy>
  <cp:revision>4</cp:revision>
  <dcterms:created xsi:type="dcterms:W3CDTF">2024-05-13T06:59:29Z</dcterms:created>
  <dcterms:modified xsi:type="dcterms:W3CDTF">2025-02-13T12:40:14Z</dcterms:modified>
</cp:coreProperties>
</file>